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theme/theme5.xml" ContentType="application/vnd.openxmlformats-officedocument.theme+xml"/>
  <Override PartName="/ppt/slideLayouts/slideLayout57.xml" ContentType="application/vnd.openxmlformats-officedocument.presentationml.slideLayout+xml"/>
  <Override PartName="/ppt/notesSlides/notesSlide2.xml" ContentType="application/vnd.openxmlformats-officedocument.presentationml.notesSlide+xml"/>
  <Override PartName="/ppt/slideLayouts/slideLayout46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124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Masters/slideMaster8.xml" ContentType="application/vnd.openxmlformats-officedocument.presentationml.slideMaster+xml"/>
  <Override PartName="/ppt/slideMasters/slideMaster11.xml" ContentType="application/vnd.openxmlformats-officedocument.presentationml.slideMaster+xml"/>
  <Override PartName="/ppt/theme/theme14.xml" ContentType="application/vnd.openxmlformats-officedocument.theme+xml"/>
  <Override PartName="/ppt/notesSlides/notesSlide7.xml" ContentType="application/vnd.openxmlformats-officedocument.presentationml.notesSlide+xml"/>
  <Override PartName="/ppt/slideMasters/slideMaster4.xml" ContentType="application/vnd.openxmlformats-officedocument.presentationml.slideMaster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theme/theme6.xml" ContentType="application/vnd.openxmlformats-officedocument.theme+xml"/>
  <Override PartName="/ppt/slideLayouts/slideLayout69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98.xml" ContentType="application/vnd.openxmlformats-officedocument.presentationml.slideLayout+xml"/>
  <Override PartName="/ppt/theme/theme10.xml" ContentType="application/vnd.openxmlformats-officedocument.them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29.xml" ContentType="application/vnd.openxmlformats-officedocument.presentationml.slideLayout+xml"/>
  <Default Extension="png" ContentType="image/png"/>
  <Override PartName="/ppt/notesSlides/notesSlide3.xml" ContentType="application/vnd.openxmlformats-officedocument.presentationml.notesSlide+xml"/>
  <Default Extension="bin" ContentType="application/vnd.openxmlformats-officedocument.oleObject"/>
  <Override PartName="/ppt/presProps.xml" ContentType="application/vnd.openxmlformats-officedocument.presentationml.presProps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43.xml" ContentType="application/vnd.openxmlformats-officedocument.presentationml.slideLayout+xml"/>
  <Default Extension="emf" ContentType="image/x-emf"/>
  <Override PartName="/ppt/presentation.xml" ContentType="application/vnd.openxmlformats-officedocument.presentationml.presentation.main+xml"/>
  <Override PartName="/ppt/slideLayouts/slideLayout14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32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Layouts/slideLayout21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21.xml" ContentType="application/vnd.openxmlformats-officedocument.presentationml.slideLayout+xml"/>
  <Default Extension="wdp" ContentType="image/vnd.ms-photo"/>
  <Override PartName="/ppt/slideMasters/slideMaster9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notesSlides/notesSlide8.xml" ContentType="application/vnd.openxmlformats-officedocument.presentationml.notesSlide+xml"/>
  <Override PartName="/ppt/slideLayouts/slideLayout99.xml" ContentType="application/vnd.openxmlformats-officedocument.presentationml.slideLayout+xml"/>
  <Override PartName="/ppt/slideMasters/slideMaster5.xml" ContentType="application/vnd.openxmlformats-officedocument.presentationml.slideMaster+xml"/>
  <Override PartName="/ppt/slideLayouts/slideLayout59.xml" ContentType="application/vnd.openxmlformats-officedocument.presentationml.slideLayout+xml"/>
  <Override PartName="/ppt/theme/theme7.xml" ContentType="application/vnd.openxmlformats-officedocument.theme+xml"/>
  <Override PartName="/ppt/slideLayouts/slideLayout88.xml" ContentType="application/vnd.openxmlformats-officedocument.presentationml.slideLayout+xml"/>
  <Override PartName="/ppt/theme/theme11.xml" ContentType="application/vnd.openxmlformats-officedocument.them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33.xml" ContentType="application/vnd.openxmlformats-officedocument.presentationml.slideLayout+xml"/>
  <Default Extension="rels" ContentType="application/vnd.openxmlformats-package.relationships+xml"/>
  <Override PartName="/ppt/slideLayouts/slideLayout2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Masters/slideMaster13.xml" ContentType="application/vnd.openxmlformats-officedocument.presentationml.slideMaster+xml"/>
  <Override PartName="/ppt/slideLayouts/slideLayout100.xml" ContentType="application/vnd.openxmlformats-officedocument.presentationml.slideLayout+xml"/>
  <Override PartName="/ppt/slideMasters/slideMaster6.xml" ContentType="application/vnd.openxmlformats-officedocument.presentationml.slideMaster+xml"/>
  <Override PartName="/ppt/theme/theme8.xml" ContentType="application/vnd.openxmlformats-officedocument.theme+xml"/>
  <Override PartName="/ppt/slideLayouts/slideLayout89.xml" ContentType="application/vnd.openxmlformats-officedocument.presentationml.slideLayout+xml"/>
  <Override PartName="/ppt/theme/theme12.xml" ContentType="application/vnd.openxmlformats-officedocument.theme+xml"/>
  <Override PartName="/ppt/slides/slide7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78.xml" ContentType="application/vnd.openxmlformats-officedocument.presentationml.slideLayout+xml"/>
  <Override PartName="/ppt/notesSlides/notesSlide5.xml" ContentType="application/vnd.openxmlformats-officedocument.presentationml.notesSlide+xml"/>
  <Override PartName="/ppt/slideMasters/slideMaster2.xml" ContentType="application/vnd.openxmlformats-officedocument.presentationml.slideMaster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3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27.xml" ContentType="application/vnd.openxmlformats-officedocument.presentationml.slideLayout+xml"/>
  <Default Extension="jpeg" ContentType="image/jpeg"/>
  <Override PartName="/ppt/slideLayouts/slideLayout16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Masters/slideMaster7.xml" ContentType="application/vnd.openxmlformats-officedocument.presentationml.slideMaster+xml"/>
  <Override PartName="/ppt/slideMasters/slideMaster10.xml" ContentType="application/vnd.openxmlformats-officedocument.presentationml.slideMaster+xml"/>
  <Override PartName="/ppt/theme/theme9.xml" ContentType="application/vnd.openxmlformats-officedocument.theme+xml"/>
  <Override PartName="/ppt/theme/theme13.xml" ContentType="application/vnd.openxmlformats-officedocument.them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Layouts/slideLayout6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117.xml" ContentType="application/vnd.openxmlformats-officedocument.presentationml.slideLayout+xml"/>
  <Override PartName="/ppt/theme/theme1.xml" ContentType="application/vnd.openxmlformats-officedocument.theme+xml"/>
  <Override PartName="/ppt/slideLayouts/slideLayout53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131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84" r:id="rId3"/>
    <p:sldMasterId id="2147483696" r:id="rId4"/>
    <p:sldMasterId id="2147483708" r:id="rId5"/>
    <p:sldMasterId id="2147483720" r:id="rId6"/>
    <p:sldMasterId id="2147483732" r:id="rId7"/>
    <p:sldMasterId id="2147483744" r:id="rId8"/>
    <p:sldMasterId id="2147483756" r:id="rId9"/>
    <p:sldMasterId id="2147483768" r:id="rId10"/>
    <p:sldMasterId id="2147483780" r:id="rId11"/>
    <p:sldMasterId id="2147483792" r:id="rId12"/>
    <p:sldMasterId id="2147483804" r:id="rId13"/>
  </p:sldMasterIdLst>
  <p:notesMasterIdLst>
    <p:notesMasterId r:id="rId34"/>
  </p:notesMasterIdLst>
  <p:sldIdLst>
    <p:sldId id="256" r:id="rId14"/>
    <p:sldId id="262" r:id="rId15"/>
    <p:sldId id="263" r:id="rId16"/>
    <p:sldId id="264" r:id="rId17"/>
    <p:sldId id="265" r:id="rId18"/>
    <p:sldId id="267" r:id="rId19"/>
    <p:sldId id="268" r:id="rId20"/>
    <p:sldId id="270" r:id="rId21"/>
    <p:sldId id="272" r:id="rId22"/>
    <p:sldId id="274" r:id="rId23"/>
    <p:sldId id="276" r:id="rId24"/>
    <p:sldId id="278" r:id="rId25"/>
    <p:sldId id="280" r:id="rId26"/>
    <p:sldId id="282" r:id="rId27"/>
    <p:sldId id="284" r:id="rId28"/>
    <p:sldId id="286" r:id="rId29"/>
    <p:sldId id="288" r:id="rId30"/>
    <p:sldId id="293" r:id="rId31"/>
    <p:sldId id="290" r:id="rId32"/>
    <p:sldId id="291" r:id="rId33"/>
  </p:sldIdLst>
  <p:sldSz cx="9144000" cy="6858000" type="screen4x3"/>
  <p:notesSz cx="6858000" cy="9144000"/>
  <p:defaultTextStyle>
    <a:defPPr>
      <a:defRPr lang="ru-RU"/>
    </a:defPPr>
    <a:lvl1pPr marL="0" algn="l" defTabSz="90412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2068" algn="l" defTabSz="90412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04129" algn="l" defTabSz="90412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56194" algn="l" defTabSz="90412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08269" algn="l" defTabSz="90412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60328" algn="l" defTabSz="90412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12390" algn="l" defTabSz="90412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64462" algn="l" defTabSz="90412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16528" algn="l" defTabSz="90412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 xmlns="">
        <p14:section name="Раздел по умолчанию" id="{DB4C595A-1FA4-4F81-8FA3-254AE8CE9B49}">
          <p14:sldIdLst>
            <p14:sldId id="256"/>
            <p14:sldId id="257"/>
            <p14:sldId id="258"/>
            <p14:sldId id="262"/>
            <p14:sldId id="263"/>
            <p14:sldId id="264"/>
            <p14:sldId id="265"/>
            <p14:sldId id="267"/>
            <p14:sldId id="268"/>
            <p14:sldId id="270"/>
            <p14:sldId id="272"/>
            <p14:sldId id="274"/>
            <p14:sldId id="276"/>
            <p14:sldId id="278"/>
            <p14:sldId id="280"/>
            <p14:sldId id="282"/>
            <p14:sldId id="284"/>
            <p14:sldId id="286"/>
            <p14:sldId id="288"/>
            <p14:sldId id="293"/>
            <p14:sldId id="290"/>
            <p14:sldId id="291"/>
            <p14:sldId id="297"/>
          </p14:sldIdLst>
        </p14:section>
      </p14:sectionLst>
    </p:ex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588" autoAdjust="0"/>
    <p:restoredTop sz="94707" autoAdjust="0"/>
  </p:normalViewPr>
  <p:slideViewPr>
    <p:cSldViewPr>
      <p:cViewPr varScale="1">
        <p:scale>
          <a:sx n="69" d="100"/>
          <a:sy n="69" d="100"/>
        </p:scale>
        <p:origin x="-1416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9950"/>
    </p:cViewPr>
  </p:outlin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5.xml"/><Relationship Id="rId26" Type="http://schemas.openxmlformats.org/officeDocument/2006/relationships/slide" Target="slides/slide1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8.xml"/><Relationship Id="rId34" Type="http://schemas.openxmlformats.org/officeDocument/2006/relationships/notesMaster" Target="notesMasters/notesMaster1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4.xml"/><Relationship Id="rId25" Type="http://schemas.openxmlformats.org/officeDocument/2006/relationships/slide" Target="slides/slide12.xml"/><Relationship Id="rId33" Type="http://schemas.openxmlformats.org/officeDocument/2006/relationships/slide" Target="slides/slide20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3.xml"/><Relationship Id="rId20" Type="http://schemas.openxmlformats.org/officeDocument/2006/relationships/slide" Target="slides/slide7.xml"/><Relationship Id="rId29" Type="http://schemas.openxmlformats.org/officeDocument/2006/relationships/slide" Target="slides/slide16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1.xml"/><Relationship Id="rId32" Type="http://schemas.openxmlformats.org/officeDocument/2006/relationships/slide" Target="slides/slide19.xml"/><Relationship Id="rId37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2.xml"/><Relationship Id="rId23" Type="http://schemas.openxmlformats.org/officeDocument/2006/relationships/slide" Target="slides/slide10.xml"/><Relationship Id="rId28" Type="http://schemas.openxmlformats.org/officeDocument/2006/relationships/slide" Target="slides/slide15.xml"/><Relationship Id="rId36" Type="http://schemas.openxmlformats.org/officeDocument/2006/relationships/viewProps" Target="viewProp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6.xml"/><Relationship Id="rId31" Type="http://schemas.openxmlformats.org/officeDocument/2006/relationships/slide" Target="slides/slide18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1.xml"/><Relationship Id="rId22" Type="http://schemas.openxmlformats.org/officeDocument/2006/relationships/slide" Target="slides/slide9.xml"/><Relationship Id="rId27" Type="http://schemas.openxmlformats.org/officeDocument/2006/relationships/slide" Target="slides/slide14.xml"/><Relationship Id="rId30" Type="http://schemas.openxmlformats.org/officeDocument/2006/relationships/slide" Target="slides/slide17.xml"/><Relationship Id="rId35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232DB0-CDCC-4C66-AE1C-6527AB7B9011}" type="datetimeFigureOut">
              <a:rPr lang="ru-RU" smtClean="0"/>
              <a:pPr/>
              <a:t>01.02.2026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2141DF-7A64-414F-B82D-CE82DF4559B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717324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0412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2068" algn="l" defTabSz="90412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04129" algn="l" defTabSz="90412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56194" algn="l" defTabSz="90412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08269" algn="l" defTabSz="90412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60328" algn="l" defTabSz="90412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12390" algn="l" defTabSz="90412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64462" algn="l" defTabSz="90412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16528" algn="l" defTabSz="90412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По данным МО ВС РФ. Свободная лицензия. https://mil.ru/ 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DABF6F-7D95-4C62-A1A2-0766C9725259}" type="slidenum">
              <a:rPr lang="ru-RU" smtClean="0">
                <a:solidFill>
                  <a:prstClr val="black"/>
                </a:solidFill>
              </a:rPr>
              <a:pPr/>
              <a:t>8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3063499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По данным МО ВС РФ. Свободная лицензия. https://mil.ru/ 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DABF6F-7D95-4C62-A1A2-0766C9725259}" type="slidenum">
              <a:rPr lang="ru-RU" smtClean="0">
                <a:solidFill>
                  <a:prstClr val="black"/>
                </a:solidFill>
              </a:rPr>
              <a:pPr/>
              <a:t>9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7558226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По данным МО ВС РФ. Свободная лицензия. https://mil.ru/ 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DABF6F-7D95-4C62-A1A2-0766C9725259}" type="slidenum">
              <a:rPr lang="ru-RU" smtClean="0">
                <a:solidFill>
                  <a:prstClr val="black"/>
                </a:solidFill>
              </a:rPr>
              <a:pPr/>
              <a:t>13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9950548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По данным МО ВС РФ. Свободная лицензия. https://mil.ru/ 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DABF6F-7D95-4C62-A1A2-0766C9725259}" type="slidenum">
              <a:rPr lang="ru-RU" smtClean="0">
                <a:solidFill>
                  <a:prstClr val="black"/>
                </a:solidFill>
              </a:rPr>
              <a:pPr/>
              <a:t>14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3914874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По данным МО ВС РФ. Свободная лицензия. https://mil.ru/ 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DABF6F-7D95-4C62-A1A2-0766C9725259}" type="slidenum">
              <a:rPr lang="ru-RU" smtClean="0">
                <a:solidFill>
                  <a:prstClr val="black"/>
                </a:solidFill>
              </a:rPr>
              <a:pPr/>
              <a:t>15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455913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По данным МО ВС РФ. Свободная лицензия. https://mil.ru/ 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DABF6F-7D95-4C62-A1A2-0766C9725259}" type="slidenum">
              <a:rPr lang="ru-RU" smtClean="0">
                <a:solidFill>
                  <a:prstClr val="black"/>
                </a:solidFill>
              </a:rPr>
              <a:pPr/>
              <a:t>16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6021192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1004888" y="685800"/>
            <a:ext cx="4848225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По данным МО ВС РФ. Свободная лицензия. https://mil.ru/ 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DABF6F-7D95-4C62-A1A2-0766C9725259}" type="slidenum">
              <a:rPr lang="ru-RU" smtClean="0">
                <a:solidFill>
                  <a:prstClr val="black"/>
                </a:solidFill>
              </a:rPr>
              <a:pPr/>
              <a:t>17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365065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2141DF-7A64-414F-B82D-CE82DF4559BD}" type="slidenum">
              <a:rPr lang="ru-RU" smtClean="0"/>
              <a:pPr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735432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416" tIns="45208" rIns="90416" bIns="45208"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20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041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561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082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603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123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644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165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50CA4-FFE0-4F34-80F0-3CF63FB6DDD7}" type="datetimeFigureOut">
              <a:rPr lang="ru-RU" smtClean="0"/>
              <a:pPr/>
              <a:t>01.02.2026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F953F-876A-4BB7-87C9-FCFE94416D6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50CA4-FFE0-4F34-80F0-3CF63FB6DDD7}" type="datetimeFigureOut">
              <a:rPr lang="ru-RU" smtClean="0"/>
              <a:pPr/>
              <a:t>01.02.2026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F953F-876A-4BB7-87C9-FCFE94416D6C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416" tIns="45208" rIns="90416" bIns="45208"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0416" tIns="45208" rIns="90416" bIns="45208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1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0416" tIns="45208" rIns="90416" bIns="45208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7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0416" tIns="45208" rIns="90416" bIns="45208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238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0416" tIns="45208" rIns="90416" bIns="45208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0416" tIns="45208" rIns="90416" bIns="45208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7" y="1437451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206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041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5619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082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6032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1239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6446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1652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50CA4-FFE0-4F34-80F0-3CF63FB6DDD7}" type="datetimeFigureOut">
              <a:rPr lang="ru-RU" smtClean="0"/>
              <a:pPr/>
              <a:t>01.02.2026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F953F-876A-4BB7-87C9-FCFE94416D6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50CA4-FFE0-4F34-80F0-3CF63FB6DDD7}" type="datetimeFigureOut">
              <a:rPr lang="ru-RU" smtClean="0"/>
              <a:pPr/>
              <a:t>01.02.2026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F953F-876A-4BB7-87C9-FCFE94416D6C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8" y="2679192"/>
            <a:ext cx="3822192" cy="34472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8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2068" indent="0">
              <a:buNone/>
              <a:defRPr sz="2000" b="1"/>
            </a:lvl2pPr>
            <a:lvl3pPr marL="904129" indent="0">
              <a:buNone/>
              <a:defRPr sz="1800" b="1"/>
            </a:lvl3pPr>
            <a:lvl4pPr marL="1356194" indent="0">
              <a:buNone/>
              <a:defRPr sz="1600" b="1"/>
            </a:lvl4pPr>
            <a:lvl5pPr marL="1808269" indent="0">
              <a:buNone/>
              <a:defRPr sz="1600" b="1"/>
            </a:lvl5pPr>
            <a:lvl6pPr marL="2260328" indent="0">
              <a:buNone/>
              <a:defRPr sz="1600" b="1"/>
            </a:lvl6pPr>
            <a:lvl7pPr marL="2712390" indent="0">
              <a:buNone/>
              <a:defRPr sz="1600" b="1"/>
            </a:lvl7pPr>
            <a:lvl8pPr marL="3164462" indent="0">
              <a:buNone/>
              <a:defRPr sz="1600" b="1"/>
            </a:lvl8pPr>
            <a:lvl9pPr marL="3616528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4" y="3429064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1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2068" indent="0">
              <a:buNone/>
              <a:defRPr sz="2000" b="1"/>
            </a:lvl2pPr>
            <a:lvl3pPr marL="904129" indent="0">
              <a:buNone/>
              <a:defRPr sz="1800" b="1"/>
            </a:lvl3pPr>
            <a:lvl4pPr marL="1356194" indent="0">
              <a:buNone/>
              <a:defRPr sz="1600" b="1"/>
            </a:lvl4pPr>
            <a:lvl5pPr marL="1808269" indent="0">
              <a:buNone/>
              <a:defRPr sz="1600" b="1"/>
            </a:lvl5pPr>
            <a:lvl6pPr marL="2260328" indent="0">
              <a:buNone/>
              <a:defRPr sz="1600" b="1"/>
            </a:lvl6pPr>
            <a:lvl7pPr marL="2712390" indent="0">
              <a:buNone/>
              <a:defRPr sz="1600" b="1"/>
            </a:lvl7pPr>
            <a:lvl8pPr marL="3164462" indent="0">
              <a:buNone/>
              <a:defRPr sz="1600" b="1"/>
            </a:lvl8pPr>
            <a:lvl9pPr marL="3616528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3429064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50CA4-FFE0-4F34-80F0-3CF63FB6DDD7}" type="datetimeFigureOut">
              <a:rPr lang="ru-RU" smtClean="0"/>
              <a:pPr/>
              <a:t>01.02.2026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F953F-876A-4BB7-87C9-FCFE94416D6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50CA4-FFE0-4F34-80F0-3CF63FB6DDD7}" type="datetimeFigureOut">
              <a:rPr lang="ru-RU" smtClean="0"/>
              <a:pPr/>
              <a:t>01.02.2026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F953F-876A-4BB7-87C9-FCFE94416D6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416" tIns="45208" rIns="90416" bIns="45208"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50CA4-FFE0-4F34-80F0-3CF63FB6DDD7}" type="datetimeFigureOut">
              <a:rPr lang="ru-RU" smtClean="0"/>
              <a:pPr/>
              <a:t>01.02.2026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F953F-876A-4BB7-87C9-FCFE94416D6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416" tIns="45208" rIns="90416" bIns="45208"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50CA4-FFE0-4F34-80F0-3CF63FB6DDD7}" type="datetimeFigureOut">
              <a:rPr lang="ru-RU" smtClean="0"/>
              <a:pPr/>
              <a:t>01.02.2026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F953F-876A-4BB7-87C9-FCFE94416D6C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2068" indent="0">
              <a:buNone/>
              <a:defRPr sz="1200"/>
            </a:lvl2pPr>
            <a:lvl3pPr marL="904129" indent="0">
              <a:buNone/>
              <a:defRPr sz="1000"/>
            </a:lvl3pPr>
            <a:lvl4pPr marL="1356194" indent="0">
              <a:buNone/>
              <a:defRPr sz="900"/>
            </a:lvl4pPr>
            <a:lvl5pPr marL="1808269" indent="0">
              <a:buNone/>
              <a:defRPr sz="900"/>
            </a:lvl5pPr>
            <a:lvl6pPr marL="2260328" indent="0">
              <a:buNone/>
              <a:defRPr sz="900"/>
            </a:lvl6pPr>
            <a:lvl7pPr marL="2712390" indent="0">
              <a:buNone/>
              <a:defRPr sz="900"/>
            </a:lvl7pPr>
            <a:lvl8pPr marL="3164462" indent="0">
              <a:buNone/>
              <a:defRPr sz="900"/>
            </a:lvl8pPr>
            <a:lvl9pPr marL="3616528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5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1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416" tIns="45208" rIns="90416" bIns="45208"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219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97" y="2785537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2068" indent="0">
              <a:buNone/>
              <a:defRPr sz="1200"/>
            </a:lvl2pPr>
            <a:lvl3pPr marL="904129" indent="0">
              <a:buNone/>
              <a:defRPr sz="1000"/>
            </a:lvl3pPr>
            <a:lvl4pPr marL="1356194" indent="0">
              <a:buNone/>
              <a:defRPr sz="900"/>
            </a:lvl4pPr>
            <a:lvl5pPr marL="1808269" indent="0">
              <a:buNone/>
              <a:defRPr sz="900"/>
            </a:lvl5pPr>
            <a:lvl6pPr marL="2260328" indent="0">
              <a:buNone/>
              <a:defRPr sz="900"/>
            </a:lvl6pPr>
            <a:lvl7pPr marL="2712390" indent="0">
              <a:buNone/>
              <a:defRPr sz="900"/>
            </a:lvl7pPr>
            <a:lvl8pPr marL="3164462" indent="0">
              <a:buNone/>
              <a:defRPr sz="900"/>
            </a:lvl8pPr>
            <a:lvl9pPr marL="3616528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50CA4-FFE0-4F34-80F0-3CF63FB6DDD7}" type="datetimeFigureOut">
              <a:rPr lang="ru-RU" smtClean="0"/>
              <a:pPr/>
              <a:t>01.02.2026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F953F-876A-4BB7-87C9-FCFE94416D6C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4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2068" indent="0">
              <a:buNone/>
              <a:defRPr sz="2800"/>
            </a:lvl2pPr>
            <a:lvl3pPr marL="904129" indent="0">
              <a:buNone/>
              <a:defRPr sz="2400"/>
            </a:lvl3pPr>
            <a:lvl4pPr marL="1356194" indent="0">
              <a:buNone/>
              <a:defRPr sz="2000"/>
            </a:lvl4pPr>
            <a:lvl5pPr marL="1808269" indent="0">
              <a:buNone/>
              <a:defRPr sz="2000"/>
            </a:lvl5pPr>
            <a:lvl6pPr marL="2260328" indent="0">
              <a:buNone/>
              <a:defRPr sz="2000"/>
            </a:lvl6pPr>
            <a:lvl7pPr marL="2712390" indent="0">
              <a:buNone/>
              <a:defRPr sz="2000"/>
            </a:lvl7pPr>
            <a:lvl8pPr marL="3164462" indent="0">
              <a:buNone/>
              <a:defRPr sz="2000"/>
            </a:lvl8pPr>
            <a:lvl9pPr marL="3616528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50CA4-FFE0-4F34-80F0-3CF63FB6DDD7}" type="datetimeFigureOut">
              <a:rPr lang="ru-RU" smtClean="0"/>
              <a:pPr/>
              <a:t>01.02.2026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F953F-876A-4BB7-87C9-FCFE94416D6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416" tIns="45208" rIns="90416" bIns="45208"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50CA4-FFE0-4F34-80F0-3CF63FB6DDD7}" type="datetimeFigureOut">
              <a:rPr lang="ru-RU" smtClean="0"/>
              <a:pPr/>
              <a:t>01.02.2026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F953F-876A-4BB7-87C9-FCFE94416D6C}" type="slidenum">
              <a:rPr lang="ru-RU" smtClean="0"/>
              <a:pPr/>
              <a:t>‹#›</a:t>
            </a:fld>
            <a:endParaRPr lang="ru-RU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5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64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90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4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19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039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559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079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599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119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639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158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2502010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6606785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65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198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0397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559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0795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5992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1191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6390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158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280006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766196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1988" indent="0">
              <a:buNone/>
              <a:defRPr sz="2000" b="1"/>
            </a:lvl2pPr>
            <a:lvl3pPr marL="903970" indent="0">
              <a:buNone/>
              <a:defRPr sz="1800" b="1"/>
            </a:lvl3pPr>
            <a:lvl4pPr marL="1355954" indent="0">
              <a:buNone/>
              <a:defRPr sz="1600" b="1"/>
            </a:lvl4pPr>
            <a:lvl5pPr marL="1807950" indent="0">
              <a:buNone/>
              <a:defRPr sz="1600" b="1"/>
            </a:lvl5pPr>
            <a:lvl6pPr marL="2259929" indent="0">
              <a:buNone/>
              <a:defRPr sz="1600" b="1"/>
            </a:lvl6pPr>
            <a:lvl7pPr marL="2711911" indent="0">
              <a:buNone/>
              <a:defRPr sz="1600" b="1"/>
            </a:lvl7pPr>
            <a:lvl8pPr marL="3163904" indent="0">
              <a:buNone/>
              <a:defRPr sz="1600" b="1"/>
            </a:lvl8pPr>
            <a:lvl9pPr marL="3615889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90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1988" indent="0">
              <a:buNone/>
              <a:defRPr sz="2000" b="1"/>
            </a:lvl2pPr>
            <a:lvl3pPr marL="903970" indent="0">
              <a:buNone/>
              <a:defRPr sz="1800" b="1"/>
            </a:lvl3pPr>
            <a:lvl4pPr marL="1355954" indent="0">
              <a:buNone/>
              <a:defRPr sz="1600" b="1"/>
            </a:lvl4pPr>
            <a:lvl5pPr marL="1807950" indent="0">
              <a:buNone/>
              <a:defRPr sz="1600" b="1"/>
            </a:lvl5pPr>
            <a:lvl6pPr marL="2259929" indent="0">
              <a:buNone/>
              <a:defRPr sz="1600" b="1"/>
            </a:lvl6pPr>
            <a:lvl7pPr marL="2711911" indent="0">
              <a:buNone/>
              <a:defRPr sz="1600" b="1"/>
            </a:lvl7pPr>
            <a:lvl8pPr marL="3163904" indent="0">
              <a:buNone/>
              <a:defRPr sz="1600" b="1"/>
            </a:lvl8pPr>
            <a:lvl9pPr marL="3615889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90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44244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26152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38412105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65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65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1988" indent="0">
              <a:buNone/>
              <a:defRPr sz="1200"/>
            </a:lvl2pPr>
            <a:lvl3pPr marL="903970" indent="0">
              <a:buNone/>
              <a:defRPr sz="1000"/>
            </a:lvl3pPr>
            <a:lvl4pPr marL="1355954" indent="0">
              <a:buNone/>
              <a:defRPr sz="900"/>
            </a:lvl4pPr>
            <a:lvl5pPr marL="1807950" indent="0">
              <a:buNone/>
              <a:defRPr sz="900"/>
            </a:lvl5pPr>
            <a:lvl6pPr marL="2259929" indent="0">
              <a:buNone/>
              <a:defRPr sz="900"/>
            </a:lvl6pPr>
            <a:lvl7pPr marL="2711911" indent="0">
              <a:buNone/>
              <a:defRPr sz="900"/>
            </a:lvl7pPr>
            <a:lvl8pPr marL="3163904" indent="0">
              <a:buNone/>
              <a:defRPr sz="900"/>
            </a:lvl8pPr>
            <a:lvl9pPr marL="3615889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639296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1988" indent="0">
              <a:buNone/>
              <a:defRPr sz="2800"/>
            </a:lvl2pPr>
            <a:lvl3pPr marL="903970" indent="0">
              <a:buNone/>
              <a:defRPr sz="2400"/>
            </a:lvl3pPr>
            <a:lvl4pPr marL="1355954" indent="0">
              <a:buNone/>
              <a:defRPr sz="2000"/>
            </a:lvl4pPr>
            <a:lvl5pPr marL="1807950" indent="0">
              <a:buNone/>
              <a:defRPr sz="2000"/>
            </a:lvl5pPr>
            <a:lvl6pPr marL="2259929" indent="0">
              <a:buNone/>
              <a:defRPr sz="2000"/>
            </a:lvl6pPr>
            <a:lvl7pPr marL="2711911" indent="0">
              <a:buNone/>
              <a:defRPr sz="2000"/>
            </a:lvl7pPr>
            <a:lvl8pPr marL="3163904" indent="0">
              <a:buNone/>
              <a:defRPr sz="2000"/>
            </a:lvl8pPr>
            <a:lvl9pPr marL="3615889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1988" indent="0">
              <a:buNone/>
              <a:defRPr sz="1200"/>
            </a:lvl2pPr>
            <a:lvl3pPr marL="903970" indent="0">
              <a:buNone/>
              <a:defRPr sz="1000"/>
            </a:lvl3pPr>
            <a:lvl4pPr marL="1355954" indent="0">
              <a:buNone/>
              <a:defRPr sz="900"/>
            </a:lvl4pPr>
            <a:lvl5pPr marL="1807950" indent="0">
              <a:buNone/>
              <a:defRPr sz="900"/>
            </a:lvl5pPr>
            <a:lvl6pPr marL="2259929" indent="0">
              <a:buNone/>
              <a:defRPr sz="900"/>
            </a:lvl6pPr>
            <a:lvl7pPr marL="2711911" indent="0">
              <a:buNone/>
              <a:defRPr sz="900"/>
            </a:lvl7pPr>
            <a:lvl8pPr marL="3163904" indent="0">
              <a:buNone/>
              <a:defRPr sz="900"/>
            </a:lvl8pPr>
            <a:lvl9pPr marL="3615889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2082600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1268569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43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43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780875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89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4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20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041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561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082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603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123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644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165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89461158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4600327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64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206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041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5619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082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6032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1239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6446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1652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65420743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84769812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2068" indent="0">
              <a:buNone/>
              <a:defRPr sz="2000" b="1"/>
            </a:lvl2pPr>
            <a:lvl3pPr marL="904129" indent="0">
              <a:buNone/>
              <a:defRPr sz="1800" b="1"/>
            </a:lvl3pPr>
            <a:lvl4pPr marL="1356194" indent="0">
              <a:buNone/>
              <a:defRPr sz="1600" b="1"/>
            </a:lvl4pPr>
            <a:lvl5pPr marL="1808269" indent="0">
              <a:buNone/>
              <a:defRPr sz="1600" b="1"/>
            </a:lvl5pPr>
            <a:lvl6pPr marL="2260328" indent="0">
              <a:buNone/>
              <a:defRPr sz="1600" b="1"/>
            </a:lvl6pPr>
            <a:lvl7pPr marL="2712390" indent="0">
              <a:buNone/>
              <a:defRPr sz="1600" b="1"/>
            </a:lvl7pPr>
            <a:lvl8pPr marL="3164462" indent="0">
              <a:buNone/>
              <a:defRPr sz="1600" b="1"/>
            </a:lvl8pPr>
            <a:lvl9pPr marL="3616528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89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2068" indent="0">
              <a:buNone/>
              <a:defRPr sz="2000" b="1"/>
            </a:lvl2pPr>
            <a:lvl3pPr marL="904129" indent="0">
              <a:buNone/>
              <a:defRPr sz="1800" b="1"/>
            </a:lvl3pPr>
            <a:lvl4pPr marL="1356194" indent="0">
              <a:buNone/>
              <a:defRPr sz="1600" b="1"/>
            </a:lvl4pPr>
            <a:lvl5pPr marL="1808269" indent="0">
              <a:buNone/>
              <a:defRPr sz="1600" b="1"/>
            </a:lvl5pPr>
            <a:lvl6pPr marL="2260328" indent="0">
              <a:buNone/>
              <a:defRPr sz="1600" b="1"/>
            </a:lvl6pPr>
            <a:lvl7pPr marL="2712390" indent="0">
              <a:buNone/>
              <a:defRPr sz="1600" b="1"/>
            </a:lvl7pPr>
            <a:lvl8pPr marL="3164462" indent="0">
              <a:buNone/>
              <a:defRPr sz="1600" b="1"/>
            </a:lvl8pPr>
            <a:lvl9pPr marL="3616528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89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90341582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69176502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2446327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64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64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2068" indent="0">
              <a:buNone/>
              <a:defRPr sz="1200"/>
            </a:lvl2pPr>
            <a:lvl3pPr marL="904129" indent="0">
              <a:buNone/>
              <a:defRPr sz="1000"/>
            </a:lvl3pPr>
            <a:lvl4pPr marL="1356194" indent="0">
              <a:buNone/>
              <a:defRPr sz="900"/>
            </a:lvl4pPr>
            <a:lvl5pPr marL="1808269" indent="0">
              <a:buNone/>
              <a:defRPr sz="900"/>
            </a:lvl5pPr>
            <a:lvl6pPr marL="2260328" indent="0">
              <a:buNone/>
              <a:defRPr sz="900"/>
            </a:lvl6pPr>
            <a:lvl7pPr marL="2712390" indent="0">
              <a:buNone/>
              <a:defRPr sz="900"/>
            </a:lvl7pPr>
            <a:lvl8pPr marL="3164462" indent="0">
              <a:buNone/>
              <a:defRPr sz="900"/>
            </a:lvl8pPr>
            <a:lvl9pPr marL="3616528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13673435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2068" indent="0">
              <a:buNone/>
              <a:defRPr sz="2800"/>
            </a:lvl2pPr>
            <a:lvl3pPr marL="904129" indent="0">
              <a:buNone/>
              <a:defRPr sz="2400"/>
            </a:lvl3pPr>
            <a:lvl4pPr marL="1356194" indent="0">
              <a:buNone/>
              <a:defRPr sz="2000"/>
            </a:lvl4pPr>
            <a:lvl5pPr marL="1808269" indent="0">
              <a:buNone/>
              <a:defRPr sz="2000"/>
            </a:lvl5pPr>
            <a:lvl6pPr marL="2260328" indent="0">
              <a:buNone/>
              <a:defRPr sz="2000"/>
            </a:lvl6pPr>
            <a:lvl7pPr marL="2712390" indent="0">
              <a:buNone/>
              <a:defRPr sz="2000"/>
            </a:lvl7pPr>
            <a:lvl8pPr marL="3164462" indent="0">
              <a:buNone/>
              <a:defRPr sz="2000"/>
            </a:lvl8pPr>
            <a:lvl9pPr marL="3616528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2068" indent="0">
              <a:buNone/>
              <a:defRPr sz="1200"/>
            </a:lvl2pPr>
            <a:lvl3pPr marL="904129" indent="0">
              <a:buNone/>
              <a:defRPr sz="1000"/>
            </a:lvl3pPr>
            <a:lvl4pPr marL="1356194" indent="0">
              <a:buNone/>
              <a:defRPr sz="900"/>
            </a:lvl4pPr>
            <a:lvl5pPr marL="1808269" indent="0">
              <a:buNone/>
              <a:defRPr sz="900"/>
            </a:lvl5pPr>
            <a:lvl6pPr marL="2260328" indent="0">
              <a:buNone/>
              <a:defRPr sz="900"/>
            </a:lvl6pPr>
            <a:lvl7pPr marL="2712390" indent="0">
              <a:buNone/>
              <a:defRPr sz="900"/>
            </a:lvl7pPr>
            <a:lvl8pPr marL="3164462" indent="0">
              <a:buNone/>
              <a:defRPr sz="900"/>
            </a:lvl8pPr>
            <a:lvl9pPr marL="3616528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60379412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73902716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43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43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83016880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86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4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23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046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569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092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6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138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661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184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85581667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24382822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6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230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0460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5691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0922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6152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1382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6613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1844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78515001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23649206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2307" indent="0">
              <a:buNone/>
              <a:defRPr sz="2000" b="1"/>
            </a:lvl2pPr>
            <a:lvl3pPr marL="904608" indent="0">
              <a:buNone/>
              <a:defRPr sz="1800" b="1"/>
            </a:lvl3pPr>
            <a:lvl4pPr marL="1356912" indent="0">
              <a:buNone/>
              <a:defRPr sz="1600" b="1"/>
            </a:lvl4pPr>
            <a:lvl5pPr marL="1809227" indent="0">
              <a:buNone/>
              <a:defRPr sz="1600" b="1"/>
            </a:lvl5pPr>
            <a:lvl6pPr marL="2261525" indent="0">
              <a:buNone/>
              <a:defRPr sz="1600" b="1"/>
            </a:lvl6pPr>
            <a:lvl7pPr marL="2713826" indent="0">
              <a:buNone/>
              <a:defRPr sz="1600" b="1"/>
            </a:lvl7pPr>
            <a:lvl8pPr marL="3166138" indent="0">
              <a:buNone/>
              <a:defRPr sz="1600" b="1"/>
            </a:lvl8pPr>
            <a:lvl9pPr marL="3618442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8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2307" indent="0">
              <a:buNone/>
              <a:defRPr sz="2000" b="1"/>
            </a:lvl2pPr>
            <a:lvl3pPr marL="904608" indent="0">
              <a:buNone/>
              <a:defRPr sz="1800" b="1"/>
            </a:lvl3pPr>
            <a:lvl4pPr marL="1356912" indent="0">
              <a:buNone/>
              <a:defRPr sz="1600" b="1"/>
            </a:lvl4pPr>
            <a:lvl5pPr marL="1809227" indent="0">
              <a:buNone/>
              <a:defRPr sz="1600" b="1"/>
            </a:lvl5pPr>
            <a:lvl6pPr marL="2261525" indent="0">
              <a:buNone/>
              <a:defRPr sz="1600" b="1"/>
            </a:lvl6pPr>
            <a:lvl7pPr marL="2713826" indent="0">
              <a:buNone/>
              <a:defRPr sz="1600" b="1"/>
            </a:lvl7pPr>
            <a:lvl8pPr marL="3166138" indent="0">
              <a:buNone/>
              <a:defRPr sz="1600" b="1"/>
            </a:lvl8pPr>
            <a:lvl9pPr marL="3618442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8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60387664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66074461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70921264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6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61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2307" indent="0">
              <a:buNone/>
              <a:defRPr sz="1200"/>
            </a:lvl2pPr>
            <a:lvl3pPr marL="904608" indent="0">
              <a:buNone/>
              <a:defRPr sz="1000"/>
            </a:lvl3pPr>
            <a:lvl4pPr marL="1356912" indent="0">
              <a:buNone/>
              <a:defRPr sz="900"/>
            </a:lvl4pPr>
            <a:lvl5pPr marL="1809227" indent="0">
              <a:buNone/>
              <a:defRPr sz="900"/>
            </a:lvl5pPr>
            <a:lvl6pPr marL="2261525" indent="0">
              <a:buNone/>
              <a:defRPr sz="900"/>
            </a:lvl6pPr>
            <a:lvl7pPr marL="2713826" indent="0">
              <a:buNone/>
              <a:defRPr sz="900"/>
            </a:lvl7pPr>
            <a:lvl8pPr marL="3166138" indent="0">
              <a:buNone/>
              <a:defRPr sz="900"/>
            </a:lvl8pPr>
            <a:lvl9pPr marL="3618442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9959133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2307" indent="0">
              <a:buNone/>
              <a:defRPr sz="2800"/>
            </a:lvl2pPr>
            <a:lvl3pPr marL="904608" indent="0">
              <a:buNone/>
              <a:defRPr sz="2400"/>
            </a:lvl3pPr>
            <a:lvl4pPr marL="1356912" indent="0">
              <a:buNone/>
              <a:defRPr sz="2000"/>
            </a:lvl4pPr>
            <a:lvl5pPr marL="1809227" indent="0">
              <a:buNone/>
              <a:defRPr sz="2000"/>
            </a:lvl5pPr>
            <a:lvl6pPr marL="2261525" indent="0">
              <a:buNone/>
              <a:defRPr sz="2000"/>
            </a:lvl6pPr>
            <a:lvl7pPr marL="2713826" indent="0">
              <a:buNone/>
              <a:defRPr sz="2000"/>
            </a:lvl7pPr>
            <a:lvl8pPr marL="3166138" indent="0">
              <a:buNone/>
              <a:defRPr sz="2000"/>
            </a:lvl8pPr>
            <a:lvl9pPr marL="3618442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2307" indent="0">
              <a:buNone/>
              <a:defRPr sz="1200"/>
            </a:lvl2pPr>
            <a:lvl3pPr marL="904608" indent="0">
              <a:buNone/>
              <a:defRPr sz="1000"/>
            </a:lvl3pPr>
            <a:lvl4pPr marL="1356912" indent="0">
              <a:buNone/>
              <a:defRPr sz="900"/>
            </a:lvl4pPr>
            <a:lvl5pPr marL="1809227" indent="0">
              <a:buNone/>
              <a:defRPr sz="900"/>
            </a:lvl5pPr>
            <a:lvl6pPr marL="2261525" indent="0">
              <a:buNone/>
              <a:defRPr sz="900"/>
            </a:lvl6pPr>
            <a:lvl7pPr marL="2713826" indent="0">
              <a:buNone/>
              <a:defRPr sz="900"/>
            </a:lvl7pPr>
            <a:lvl8pPr marL="3166138" indent="0">
              <a:buNone/>
              <a:defRPr sz="900"/>
            </a:lvl8pPr>
            <a:lvl9pPr marL="3618442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9614543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15605728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43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43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40493440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82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4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26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052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578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105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631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157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683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209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4089634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68061816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57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262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0524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5787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1050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6312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1574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6837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2099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66217422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64523011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2627" indent="0">
              <a:buNone/>
              <a:defRPr sz="2000" b="1"/>
            </a:lvl2pPr>
            <a:lvl3pPr marL="905247" indent="0">
              <a:buNone/>
              <a:defRPr sz="1800" b="1"/>
            </a:lvl3pPr>
            <a:lvl4pPr marL="1357871" indent="0">
              <a:buNone/>
              <a:defRPr sz="1600" b="1"/>
            </a:lvl4pPr>
            <a:lvl5pPr marL="1810505" indent="0">
              <a:buNone/>
              <a:defRPr sz="1600" b="1"/>
            </a:lvl5pPr>
            <a:lvl6pPr marL="2263121" indent="0">
              <a:buNone/>
              <a:defRPr sz="1600" b="1"/>
            </a:lvl6pPr>
            <a:lvl7pPr marL="2715742" indent="0">
              <a:buNone/>
              <a:defRPr sz="1600" b="1"/>
            </a:lvl7pPr>
            <a:lvl8pPr marL="3168374" indent="0">
              <a:buNone/>
              <a:defRPr sz="1600" b="1"/>
            </a:lvl8pPr>
            <a:lvl9pPr marL="3620997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82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2627" indent="0">
              <a:buNone/>
              <a:defRPr sz="2000" b="1"/>
            </a:lvl2pPr>
            <a:lvl3pPr marL="905247" indent="0">
              <a:buNone/>
              <a:defRPr sz="1800" b="1"/>
            </a:lvl3pPr>
            <a:lvl4pPr marL="1357871" indent="0">
              <a:buNone/>
              <a:defRPr sz="1600" b="1"/>
            </a:lvl4pPr>
            <a:lvl5pPr marL="1810505" indent="0">
              <a:buNone/>
              <a:defRPr sz="1600" b="1"/>
            </a:lvl5pPr>
            <a:lvl6pPr marL="2263121" indent="0">
              <a:buNone/>
              <a:defRPr sz="1600" b="1"/>
            </a:lvl6pPr>
            <a:lvl7pPr marL="2715742" indent="0">
              <a:buNone/>
              <a:defRPr sz="1600" b="1"/>
            </a:lvl7pPr>
            <a:lvl8pPr marL="3168374" indent="0">
              <a:buNone/>
              <a:defRPr sz="1600" b="1"/>
            </a:lvl8pPr>
            <a:lvl9pPr marL="3620997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82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6517149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4968889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5562388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57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57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2627" indent="0">
              <a:buNone/>
              <a:defRPr sz="1200"/>
            </a:lvl2pPr>
            <a:lvl3pPr marL="905247" indent="0">
              <a:buNone/>
              <a:defRPr sz="1000"/>
            </a:lvl3pPr>
            <a:lvl4pPr marL="1357871" indent="0">
              <a:buNone/>
              <a:defRPr sz="900"/>
            </a:lvl4pPr>
            <a:lvl5pPr marL="1810505" indent="0">
              <a:buNone/>
              <a:defRPr sz="900"/>
            </a:lvl5pPr>
            <a:lvl6pPr marL="2263121" indent="0">
              <a:buNone/>
              <a:defRPr sz="900"/>
            </a:lvl6pPr>
            <a:lvl7pPr marL="2715742" indent="0">
              <a:buNone/>
              <a:defRPr sz="900"/>
            </a:lvl7pPr>
            <a:lvl8pPr marL="3168374" indent="0">
              <a:buNone/>
              <a:defRPr sz="900"/>
            </a:lvl8pPr>
            <a:lvl9pPr marL="3620997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62494509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2627" indent="0">
              <a:buNone/>
              <a:defRPr sz="2800"/>
            </a:lvl2pPr>
            <a:lvl3pPr marL="905247" indent="0">
              <a:buNone/>
              <a:defRPr sz="2400"/>
            </a:lvl3pPr>
            <a:lvl4pPr marL="1357871" indent="0">
              <a:buNone/>
              <a:defRPr sz="2000"/>
            </a:lvl4pPr>
            <a:lvl5pPr marL="1810505" indent="0">
              <a:buNone/>
              <a:defRPr sz="2000"/>
            </a:lvl5pPr>
            <a:lvl6pPr marL="2263121" indent="0">
              <a:buNone/>
              <a:defRPr sz="2000"/>
            </a:lvl6pPr>
            <a:lvl7pPr marL="2715742" indent="0">
              <a:buNone/>
              <a:defRPr sz="2000"/>
            </a:lvl7pPr>
            <a:lvl8pPr marL="3168374" indent="0">
              <a:buNone/>
              <a:defRPr sz="2000"/>
            </a:lvl8pPr>
            <a:lvl9pPr marL="3620997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2627" indent="0">
              <a:buNone/>
              <a:defRPr sz="1200"/>
            </a:lvl2pPr>
            <a:lvl3pPr marL="905247" indent="0">
              <a:buNone/>
              <a:defRPr sz="1000"/>
            </a:lvl3pPr>
            <a:lvl4pPr marL="1357871" indent="0">
              <a:buNone/>
              <a:defRPr sz="900"/>
            </a:lvl4pPr>
            <a:lvl5pPr marL="1810505" indent="0">
              <a:buNone/>
              <a:defRPr sz="900"/>
            </a:lvl5pPr>
            <a:lvl6pPr marL="2263121" indent="0">
              <a:buNone/>
              <a:defRPr sz="900"/>
            </a:lvl6pPr>
            <a:lvl7pPr marL="2715742" indent="0">
              <a:buNone/>
              <a:defRPr sz="900"/>
            </a:lvl7pPr>
            <a:lvl8pPr marL="3168374" indent="0">
              <a:buNone/>
              <a:defRPr sz="900"/>
            </a:lvl8pPr>
            <a:lvl9pPr marL="3620997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1610077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4659272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43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43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1681880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77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4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30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060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590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121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651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181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71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241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0027732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2741054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5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3026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0604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5907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121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6511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181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7117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2419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9018334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13679357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3026" indent="0">
              <a:buNone/>
              <a:defRPr sz="2000" b="1"/>
            </a:lvl2pPr>
            <a:lvl3pPr marL="906045" indent="0">
              <a:buNone/>
              <a:defRPr sz="1800" b="1"/>
            </a:lvl3pPr>
            <a:lvl4pPr marL="1359070" indent="0">
              <a:buNone/>
              <a:defRPr sz="1600" b="1"/>
            </a:lvl4pPr>
            <a:lvl5pPr marL="1812102" indent="0">
              <a:buNone/>
              <a:defRPr sz="1600" b="1"/>
            </a:lvl5pPr>
            <a:lvl6pPr marL="2265118" indent="0">
              <a:buNone/>
              <a:defRPr sz="1600" b="1"/>
            </a:lvl6pPr>
            <a:lvl7pPr marL="2718140" indent="0">
              <a:buNone/>
              <a:defRPr sz="1600" b="1"/>
            </a:lvl7pPr>
            <a:lvl8pPr marL="3171170" indent="0">
              <a:buNone/>
              <a:defRPr sz="1600" b="1"/>
            </a:lvl8pPr>
            <a:lvl9pPr marL="3624192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77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3026" indent="0">
              <a:buNone/>
              <a:defRPr sz="2000" b="1"/>
            </a:lvl2pPr>
            <a:lvl3pPr marL="906045" indent="0">
              <a:buNone/>
              <a:defRPr sz="1800" b="1"/>
            </a:lvl3pPr>
            <a:lvl4pPr marL="1359070" indent="0">
              <a:buNone/>
              <a:defRPr sz="1600" b="1"/>
            </a:lvl4pPr>
            <a:lvl5pPr marL="1812102" indent="0">
              <a:buNone/>
              <a:defRPr sz="1600" b="1"/>
            </a:lvl5pPr>
            <a:lvl6pPr marL="2265118" indent="0">
              <a:buNone/>
              <a:defRPr sz="1600" b="1"/>
            </a:lvl6pPr>
            <a:lvl7pPr marL="2718140" indent="0">
              <a:buNone/>
              <a:defRPr sz="1600" b="1"/>
            </a:lvl7pPr>
            <a:lvl8pPr marL="3171170" indent="0">
              <a:buNone/>
              <a:defRPr sz="1600" b="1"/>
            </a:lvl8pPr>
            <a:lvl9pPr marL="3624192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7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01660178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67674555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12441439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52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52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3026" indent="0">
              <a:buNone/>
              <a:defRPr sz="1200"/>
            </a:lvl2pPr>
            <a:lvl3pPr marL="906045" indent="0">
              <a:buNone/>
              <a:defRPr sz="1000"/>
            </a:lvl3pPr>
            <a:lvl4pPr marL="1359070" indent="0">
              <a:buNone/>
              <a:defRPr sz="900"/>
            </a:lvl4pPr>
            <a:lvl5pPr marL="1812102" indent="0">
              <a:buNone/>
              <a:defRPr sz="900"/>
            </a:lvl5pPr>
            <a:lvl6pPr marL="2265118" indent="0">
              <a:buNone/>
              <a:defRPr sz="900"/>
            </a:lvl6pPr>
            <a:lvl7pPr marL="2718140" indent="0">
              <a:buNone/>
              <a:defRPr sz="900"/>
            </a:lvl7pPr>
            <a:lvl8pPr marL="3171170" indent="0">
              <a:buNone/>
              <a:defRPr sz="900"/>
            </a:lvl8pPr>
            <a:lvl9pPr marL="3624192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8423528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3026" indent="0">
              <a:buNone/>
              <a:defRPr sz="2800"/>
            </a:lvl2pPr>
            <a:lvl3pPr marL="906045" indent="0">
              <a:buNone/>
              <a:defRPr sz="2400"/>
            </a:lvl3pPr>
            <a:lvl4pPr marL="1359070" indent="0">
              <a:buNone/>
              <a:defRPr sz="2000"/>
            </a:lvl4pPr>
            <a:lvl5pPr marL="1812102" indent="0">
              <a:buNone/>
              <a:defRPr sz="2000"/>
            </a:lvl5pPr>
            <a:lvl6pPr marL="2265118" indent="0">
              <a:buNone/>
              <a:defRPr sz="2000"/>
            </a:lvl6pPr>
            <a:lvl7pPr marL="2718140" indent="0">
              <a:buNone/>
              <a:defRPr sz="2000"/>
            </a:lvl7pPr>
            <a:lvl8pPr marL="3171170" indent="0">
              <a:buNone/>
              <a:defRPr sz="2000"/>
            </a:lvl8pPr>
            <a:lvl9pPr marL="3624192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3026" indent="0">
              <a:buNone/>
              <a:defRPr sz="1200"/>
            </a:lvl2pPr>
            <a:lvl3pPr marL="906045" indent="0">
              <a:buNone/>
              <a:defRPr sz="1000"/>
            </a:lvl3pPr>
            <a:lvl4pPr marL="1359070" indent="0">
              <a:buNone/>
              <a:defRPr sz="900"/>
            </a:lvl4pPr>
            <a:lvl5pPr marL="1812102" indent="0">
              <a:buNone/>
              <a:defRPr sz="900"/>
            </a:lvl5pPr>
            <a:lvl6pPr marL="2265118" indent="0">
              <a:buNone/>
              <a:defRPr sz="900"/>
            </a:lvl6pPr>
            <a:lvl7pPr marL="2718140" indent="0">
              <a:buNone/>
              <a:defRPr sz="900"/>
            </a:lvl7pPr>
            <a:lvl8pPr marL="3171170" indent="0">
              <a:buNone/>
              <a:defRPr sz="900"/>
            </a:lvl8pPr>
            <a:lvl9pPr marL="3624192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174819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68964870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43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43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17572650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71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4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35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070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605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14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675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21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745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280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9246703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72873664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46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3506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0700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6051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140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6751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210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7453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2802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85754478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393804741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3506" indent="0">
              <a:buNone/>
              <a:defRPr sz="2000" b="1"/>
            </a:lvl2pPr>
            <a:lvl3pPr marL="907005" indent="0">
              <a:buNone/>
              <a:defRPr sz="1800" b="1"/>
            </a:lvl3pPr>
            <a:lvl4pPr marL="1360510" indent="0">
              <a:buNone/>
              <a:defRPr sz="1600" b="1"/>
            </a:lvl4pPr>
            <a:lvl5pPr marL="1814020" indent="0">
              <a:buNone/>
              <a:defRPr sz="1600" b="1"/>
            </a:lvl5pPr>
            <a:lvl6pPr marL="2267517" indent="0">
              <a:buNone/>
              <a:defRPr sz="1600" b="1"/>
            </a:lvl6pPr>
            <a:lvl7pPr marL="2721020" indent="0">
              <a:buNone/>
              <a:defRPr sz="1600" b="1"/>
            </a:lvl7pPr>
            <a:lvl8pPr marL="3174530" indent="0">
              <a:buNone/>
              <a:defRPr sz="1600" b="1"/>
            </a:lvl8pPr>
            <a:lvl9pPr marL="3628029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71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3506" indent="0">
              <a:buNone/>
              <a:defRPr sz="2000" b="1"/>
            </a:lvl2pPr>
            <a:lvl3pPr marL="907005" indent="0">
              <a:buNone/>
              <a:defRPr sz="1800" b="1"/>
            </a:lvl3pPr>
            <a:lvl4pPr marL="1360510" indent="0">
              <a:buNone/>
              <a:defRPr sz="1600" b="1"/>
            </a:lvl4pPr>
            <a:lvl5pPr marL="1814020" indent="0">
              <a:buNone/>
              <a:defRPr sz="1600" b="1"/>
            </a:lvl5pPr>
            <a:lvl6pPr marL="2267517" indent="0">
              <a:buNone/>
              <a:defRPr sz="1600" b="1"/>
            </a:lvl6pPr>
            <a:lvl7pPr marL="2721020" indent="0">
              <a:buNone/>
              <a:defRPr sz="1600" b="1"/>
            </a:lvl7pPr>
            <a:lvl8pPr marL="3174530" indent="0">
              <a:buNone/>
              <a:defRPr sz="1600" b="1"/>
            </a:lvl8pPr>
            <a:lvl9pPr marL="3628029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71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04691116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240440727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112055366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46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46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3506" indent="0">
              <a:buNone/>
              <a:defRPr sz="1200"/>
            </a:lvl2pPr>
            <a:lvl3pPr marL="907005" indent="0">
              <a:buNone/>
              <a:defRPr sz="1000"/>
            </a:lvl3pPr>
            <a:lvl4pPr marL="1360510" indent="0">
              <a:buNone/>
              <a:defRPr sz="900"/>
            </a:lvl4pPr>
            <a:lvl5pPr marL="1814020" indent="0">
              <a:buNone/>
              <a:defRPr sz="900"/>
            </a:lvl5pPr>
            <a:lvl6pPr marL="2267517" indent="0">
              <a:buNone/>
              <a:defRPr sz="900"/>
            </a:lvl6pPr>
            <a:lvl7pPr marL="2721020" indent="0">
              <a:buNone/>
              <a:defRPr sz="900"/>
            </a:lvl7pPr>
            <a:lvl8pPr marL="3174530" indent="0">
              <a:buNone/>
              <a:defRPr sz="900"/>
            </a:lvl8pPr>
            <a:lvl9pPr marL="3628029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68174534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3506" indent="0">
              <a:buNone/>
              <a:defRPr sz="2800"/>
            </a:lvl2pPr>
            <a:lvl3pPr marL="907005" indent="0">
              <a:buNone/>
              <a:defRPr sz="2400"/>
            </a:lvl3pPr>
            <a:lvl4pPr marL="1360510" indent="0">
              <a:buNone/>
              <a:defRPr sz="2000"/>
            </a:lvl4pPr>
            <a:lvl5pPr marL="1814020" indent="0">
              <a:buNone/>
              <a:defRPr sz="2000"/>
            </a:lvl5pPr>
            <a:lvl6pPr marL="2267517" indent="0">
              <a:buNone/>
              <a:defRPr sz="2000"/>
            </a:lvl6pPr>
            <a:lvl7pPr marL="2721020" indent="0">
              <a:buNone/>
              <a:defRPr sz="2000"/>
            </a:lvl7pPr>
            <a:lvl8pPr marL="3174530" indent="0">
              <a:buNone/>
              <a:defRPr sz="2000"/>
            </a:lvl8pPr>
            <a:lvl9pPr marL="3628029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3506" indent="0">
              <a:buNone/>
              <a:defRPr sz="1200"/>
            </a:lvl2pPr>
            <a:lvl3pPr marL="907005" indent="0">
              <a:buNone/>
              <a:defRPr sz="1000"/>
            </a:lvl3pPr>
            <a:lvl4pPr marL="1360510" indent="0">
              <a:buNone/>
              <a:defRPr sz="900"/>
            </a:lvl4pPr>
            <a:lvl5pPr marL="1814020" indent="0">
              <a:buNone/>
              <a:defRPr sz="900"/>
            </a:lvl5pPr>
            <a:lvl6pPr marL="2267517" indent="0">
              <a:buNone/>
              <a:defRPr sz="900"/>
            </a:lvl6pPr>
            <a:lvl7pPr marL="2721020" indent="0">
              <a:buNone/>
              <a:defRPr sz="900"/>
            </a:lvl7pPr>
            <a:lvl8pPr marL="3174530" indent="0">
              <a:buNone/>
              <a:defRPr sz="900"/>
            </a:lvl8pPr>
            <a:lvl9pPr marL="3628029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3977878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849071930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43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43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141767591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64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4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40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08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621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162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7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243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78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325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394181111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209579121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39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4066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08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6219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1626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7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2438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7845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3251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089880949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719917375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4066" indent="0">
              <a:buNone/>
              <a:defRPr sz="2000" b="1"/>
            </a:lvl2pPr>
            <a:lvl3pPr marL="908126" indent="0">
              <a:buNone/>
              <a:defRPr sz="1800" b="1"/>
            </a:lvl3pPr>
            <a:lvl4pPr marL="1362192" indent="0">
              <a:buNone/>
              <a:defRPr sz="1600" b="1"/>
            </a:lvl4pPr>
            <a:lvl5pPr marL="1816260" indent="0">
              <a:buNone/>
              <a:defRPr sz="1600" b="1"/>
            </a:lvl5pPr>
            <a:lvl6pPr marL="2270320" indent="0">
              <a:buNone/>
              <a:defRPr sz="1600" b="1"/>
            </a:lvl6pPr>
            <a:lvl7pPr marL="2724382" indent="0">
              <a:buNone/>
              <a:defRPr sz="1600" b="1"/>
            </a:lvl7pPr>
            <a:lvl8pPr marL="3178453" indent="0">
              <a:buNone/>
              <a:defRPr sz="1600" b="1"/>
            </a:lvl8pPr>
            <a:lvl9pPr marL="3632513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64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4066" indent="0">
              <a:buNone/>
              <a:defRPr sz="2000" b="1"/>
            </a:lvl2pPr>
            <a:lvl3pPr marL="908126" indent="0">
              <a:buNone/>
              <a:defRPr sz="1800" b="1"/>
            </a:lvl3pPr>
            <a:lvl4pPr marL="1362192" indent="0">
              <a:buNone/>
              <a:defRPr sz="1600" b="1"/>
            </a:lvl4pPr>
            <a:lvl5pPr marL="1816260" indent="0">
              <a:buNone/>
              <a:defRPr sz="1600" b="1"/>
            </a:lvl5pPr>
            <a:lvl6pPr marL="2270320" indent="0">
              <a:buNone/>
              <a:defRPr sz="1600" b="1"/>
            </a:lvl6pPr>
            <a:lvl7pPr marL="2724382" indent="0">
              <a:buNone/>
              <a:defRPr sz="1600" b="1"/>
            </a:lvl7pPr>
            <a:lvl8pPr marL="3178453" indent="0">
              <a:buNone/>
              <a:defRPr sz="1600" b="1"/>
            </a:lvl8pPr>
            <a:lvl9pPr marL="3632513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64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142288735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6265906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15538831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39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39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4066" indent="0">
              <a:buNone/>
              <a:defRPr sz="1200"/>
            </a:lvl2pPr>
            <a:lvl3pPr marL="908126" indent="0">
              <a:buNone/>
              <a:defRPr sz="1000"/>
            </a:lvl3pPr>
            <a:lvl4pPr marL="1362192" indent="0">
              <a:buNone/>
              <a:defRPr sz="900"/>
            </a:lvl4pPr>
            <a:lvl5pPr marL="1816260" indent="0">
              <a:buNone/>
              <a:defRPr sz="900"/>
            </a:lvl5pPr>
            <a:lvl6pPr marL="2270320" indent="0">
              <a:buNone/>
              <a:defRPr sz="900"/>
            </a:lvl6pPr>
            <a:lvl7pPr marL="2724382" indent="0">
              <a:buNone/>
              <a:defRPr sz="900"/>
            </a:lvl7pPr>
            <a:lvl8pPr marL="3178453" indent="0">
              <a:buNone/>
              <a:defRPr sz="900"/>
            </a:lvl8pPr>
            <a:lvl9pPr marL="3632513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64442950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4066" indent="0">
              <a:buNone/>
              <a:defRPr sz="2800"/>
            </a:lvl2pPr>
            <a:lvl3pPr marL="908126" indent="0">
              <a:buNone/>
              <a:defRPr sz="2400"/>
            </a:lvl3pPr>
            <a:lvl4pPr marL="1362192" indent="0">
              <a:buNone/>
              <a:defRPr sz="2000"/>
            </a:lvl4pPr>
            <a:lvl5pPr marL="1816260" indent="0">
              <a:buNone/>
              <a:defRPr sz="2000"/>
            </a:lvl5pPr>
            <a:lvl6pPr marL="2270320" indent="0">
              <a:buNone/>
              <a:defRPr sz="2000"/>
            </a:lvl6pPr>
            <a:lvl7pPr marL="2724382" indent="0">
              <a:buNone/>
              <a:defRPr sz="2000"/>
            </a:lvl7pPr>
            <a:lvl8pPr marL="3178453" indent="0">
              <a:buNone/>
              <a:defRPr sz="2000"/>
            </a:lvl8pPr>
            <a:lvl9pPr marL="3632513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4066" indent="0">
              <a:buNone/>
              <a:defRPr sz="1200"/>
            </a:lvl2pPr>
            <a:lvl3pPr marL="908126" indent="0">
              <a:buNone/>
              <a:defRPr sz="1000"/>
            </a:lvl3pPr>
            <a:lvl4pPr marL="1362192" indent="0">
              <a:buNone/>
              <a:defRPr sz="900"/>
            </a:lvl4pPr>
            <a:lvl5pPr marL="1816260" indent="0">
              <a:buNone/>
              <a:defRPr sz="900"/>
            </a:lvl5pPr>
            <a:lvl6pPr marL="2270320" indent="0">
              <a:buNone/>
              <a:defRPr sz="900"/>
            </a:lvl6pPr>
            <a:lvl7pPr marL="2724382" indent="0">
              <a:buNone/>
              <a:defRPr sz="900"/>
            </a:lvl7pPr>
            <a:lvl8pPr marL="3178453" indent="0">
              <a:buNone/>
              <a:defRPr sz="900"/>
            </a:lvl8pPr>
            <a:lvl9pPr marL="3632513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407494002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512619879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43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43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395275405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56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4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47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094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641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188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735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282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829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376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909678215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846729115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3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470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094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6411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1882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7352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282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8294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3764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399783213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697941544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4707" indent="0">
              <a:buNone/>
              <a:defRPr sz="2000" b="1"/>
            </a:lvl2pPr>
            <a:lvl3pPr marL="909409" indent="0">
              <a:buNone/>
              <a:defRPr sz="1800" b="1"/>
            </a:lvl3pPr>
            <a:lvl4pPr marL="1364117" indent="0">
              <a:buNone/>
              <a:defRPr sz="1600" b="1"/>
            </a:lvl4pPr>
            <a:lvl5pPr marL="1818825" indent="0">
              <a:buNone/>
              <a:defRPr sz="1600" b="1"/>
            </a:lvl5pPr>
            <a:lvl6pPr marL="2273527" indent="0">
              <a:buNone/>
              <a:defRPr sz="1600" b="1"/>
            </a:lvl6pPr>
            <a:lvl7pPr marL="2728232" indent="0">
              <a:buNone/>
              <a:defRPr sz="1600" b="1"/>
            </a:lvl7pPr>
            <a:lvl8pPr marL="3182941" indent="0">
              <a:buNone/>
              <a:defRPr sz="1600" b="1"/>
            </a:lvl8pPr>
            <a:lvl9pPr marL="3637645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5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4707" indent="0">
              <a:buNone/>
              <a:defRPr sz="2000" b="1"/>
            </a:lvl2pPr>
            <a:lvl3pPr marL="909409" indent="0">
              <a:buNone/>
              <a:defRPr sz="1800" b="1"/>
            </a:lvl3pPr>
            <a:lvl4pPr marL="1364117" indent="0">
              <a:buNone/>
              <a:defRPr sz="1600" b="1"/>
            </a:lvl4pPr>
            <a:lvl5pPr marL="1818825" indent="0">
              <a:buNone/>
              <a:defRPr sz="1600" b="1"/>
            </a:lvl5pPr>
            <a:lvl6pPr marL="2273527" indent="0">
              <a:buNone/>
              <a:defRPr sz="1600" b="1"/>
            </a:lvl6pPr>
            <a:lvl7pPr marL="2728232" indent="0">
              <a:buNone/>
              <a:defRPr sz="1600" b="1"/>
            </a:lvl7pPr>
            <a:lvl8pPr marL="3182941" indent="0">
              <a:buNone/>
              <a:defRPr sz="1600" b="1"/>
            </a:lvl8pPr>
            <a:lvl9pPr marL="3637645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5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721373808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573722369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967519514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3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31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4707" indent="0">
              <a:buNone/>
              <a:defRPr sz="1200"/>
            </a:lvl2pPr>
            <a:lvl3pPr marL="909409" indent="0">
              <a:buNone/>
              <a:defRPr sz="1000"/>
            </a:lvl3pPr>
            <a:lvl4pPr marL="1364117" indent="0">
              <a:buNone/>
              <a:defRPr sz="900"/>
            </a:lvl4pPr>
            <a:lvl5pPr marL="1818825" indent="0">
              <a:buNone/>
              <a:defRPr sz="900"/>
            </a:lvl5pPr>
            <a:lvl6pPr marL="2273527" indent="0">
              <a:buNone/>
              <a:defRPr sz="900"/>
            </a:lvl6pPr>
            <a:lvl7pPr marL="2728232" indent="0">
              <a:buNone/>
              <a:defRPr sz="900"/>
            </a:lvl7pPr>
            <a:lvl8pPr marL="3182941" indent="0">
              <a:buNone/>
              <a:defRPr sz="900"/>
            </a:lvl8pPr>
            <a:lvl9pPr marL="3637645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811612781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4707" indent="0">
              <a:buNone/>
              <a:defRPr sz="2800"/>
            </a:lvl2pPr>
            <a:lvl3pPr marL="909409" indent="0">
              <a:buNone/>
              <a:defRPr sz="2400"/>
            </a:lvl3pPr>
            <a:lvl4pPr marL="1364117" indent="0">
              <a:buNone/>
              <a:defRPr sz="2000"/>
            </a:lvl4pPr>
            <a:lvl5pPr marL="1818825" indent="0">
              <a:buNone/>
              <a:defRPr sz="2000"/>
            </a:lvl5pPr>
            <a:lvl6pPr marL="2273527" indent="0">
              <a:buNone/>
              <a:defRPr sz="2000"/>
            </a:lvl6pPr>
            <a:lvl7pPr marL="2728232" indent="0">
              <a:buNone/>
              <a:defRPr sz="2000"/>
            </a:lvl7pPr>
            <a:lvl8pPr marL="3182941" indent="0">
              <a:buNone/>
              <a:defRPr sz="2000"/>
            </a:lvl8pPr>
            <a:lvl9pPr marL="3637645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4707" indent="0">
              <a:buNone/>
              <a:defRPr sz="1200"/>
            </a:lvl2pPr>
            <a:lvl3pPr marL="909409" indent="0">
              <a:buNone/>
              <a:defRPr sz="1000"/>
            </a:lvl3pPr>
            <a:lvl4pPr marL="1364117" indent="0">
              <a:buNone/>
              <a:defRPr sz="900"/>
            </a:lvl4pPr>
            <a:lvl5pPr marL="1818825" indent="0">
              <a:buNone/>
              <a:defRPr sz="900"/>
            </a:lvl5pPr>
            <a:lvl6pPr marL="2273527" indent="0">
              <a:buNone/>
              <a:defRPr sz="900"/>
            </a:lvl6pPr>
            <a:lvl7pPr marL="2728232" indent="0">
              <a:buNone/>
              <a:defRPr sz="900"/>
            </a:lvl7pPr>
            <a:lvl8pPr marL="3182941" indent="0">
              <a:buNone/>
              <a:defRPr sz="900"/>
            </a:lvl8pPr>
            <a:lvl9pPr marL="3637645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082675020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319619610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43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43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738774899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47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4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54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0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662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17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771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325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88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434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752593013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996878157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2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542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085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6628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171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7714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325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88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4342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69226447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605766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5429" indent="0">
              <a:buNone/>
              <a:defRPr sz="2000" b="1"/>
            </a:lvl2pPr>
            <a:lvl3pPr marL="910856" indent="0">
              <a:buNone/>
              <a:defRPr sz="1800" b="1"/>
            </a:lvl3pPr>
            <a:lvl4pPr marL="1366286" indent="0">
              <a:buNone/>
              <a:defRPr sz="1600" b="1"/>
            </a:lvl4pPr>
            <a:lvl5pPr marL="1821716" indent="0">
              <a:buNone/>
              <a:defRPr sz="1600" b="1"/>
            </a:lvl5pPr>
            <a:lvl6pPr marL="2277141" indent="0">
              <a:buNone/>
              <a:defRPr sz="1600" b="1"/>
            </a:lvl6pPr>
            <a:lvl7pPr marL="2732569" indent="0">
              <a:buNone/>
              <a:defRPr sz="1600" b="1"/>
            </a:lvl7pPr>
            <a:lvl8pPr marL="3188000" indent="0">
              <a:buNone/>
              <a:defRPr sz="1600" b="1"/>
            </a:lvl8pPr>
            <a:lvl9pPr marL="3643427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47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5429" indent="0">
              <a:buNone/>
              <a:defRPr sz="2000" b="1"/>
            </a:lvl2pPr>
            <a:lvl3pPr marL="910856" indent="0">
              <a:buNone/>
              <a:defRPr sz="1800" b="1"/>
            </a:lvl3pPr>
            <a:lvl4pPr marL="1366286" indent="0">
              <a:buNone/>
              <a:defRPr sz="1600" b="1"/>
            </a:lvl4pPr>
            <a:lvl5pPr marL="1821716" indent="0">
              <a:buNone/>
              <a:defRPr sz="1600" b="1"/>
            </a:lvl5pPr>
            <a:lvl6pPr marL="2277141" indent="0">
              <a:buNone/>
              <a:defRPr sz="1600" b="1"/>
            </a:lvl6pPr>
            <a:lvl7pPr marL="2732569" indent="0">
              <a:buNone/>
              <a:defRPr sz="1600" b="1"/>
            </a:lvl7pPr>
            <a:lvl8pPr marL="3188000" indent="0">
              <a:buNone/>
              <a:defRPr sz="1600" b="1"/>
            </a:lvl8pPr>
            <a:lvl9pPr marL="3643427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4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51307636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836949192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792380130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22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22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5429" indent="0">
              <a:buNone/>
              <a:defRPr sz="1200"/>
            </a:lvl2pPr>
            <a:lvl3pPr marL="910856" indent="0">
              <a:buNone/>
              <a:defRPr sz="1000"/>
            </a:lvl3pPr>
            <a:lvl4pPr marL="1366286" indent="0">
              <a:buNone/>
              <a:defRPr sz="900"/>
            </a:lvl4pPr>
            <a:lvl5pPr marL="1821716" indent="0">
              <a:buNone/>
              <a:defRPr sz="900"/>
            </a:lvl5pPr>
            <a:lvl6pPr marL="2277141" indent="0">
              <a:buNone/>
              <a:defRPr sz="900"/>
            </a:lvl6pPr>
            <a:lvl7pPr marL="2732569" indent="0">
              <a:buNone/>
              <a:defRPr sz="900"/>
            </a:lvl7pPr>
            <a:lvl8pPr marL="3188000" indent="0">
              <a:buNone/>
              <a:defRPr sz="900"/>
            </a:lvl8pPr>
            <a:lvl9pPr marL="3643427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614825000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5429" indent="0">
              <a:buNone/>
              <a:defRPr sz="2800"/>
            </a:lvl2pPr>
            <a:lvl3pPr marL="910856" indent="0">
              <a:buNone/>
              <a:defRPr sz="2400"/>
            </a:lvl3pPr>
            <a:lvl4pPr marL="1366286" indent="0">
              <a:buNone/>
              <a:defRPr sz="2000"/>
            </a:lvl4pPr>
            <a:lvl5pPr marL="1821716" indent="0">
              <a:buNone/>
              <a:defRPr sz="2000"/>
            </a:lvl5pPr>
            <a:lvl6pPr marL="2277141" indent="0">
              <a:buNone/>
              <a:defRPr sz="2000"/>
            </a:lvl6pPr>
            <a:lvl7pPr marL="2732569" indent="0">
              <a:buNone/>
              <a:defRPr sz="2000"/>
            </a:lvl7pPr>
            <a:lvl8pPr marL="3188000" indent="0">
              <a:buNone/>
              <a:defRPr sz="2000"/>
            </a:lvl8pPr>
            <a:lvl9pPr marL="3643427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5429" indent="0">
              <a:buNone/>
              <a:defRPr sz="1200"/>
            </a:lvl2pPr>
            <a:lvl3pPr marL="910856" indent="0">
              <a:buNone/>
              <a:defRPr sz="1000"/>
            </a:lvl3pPr>
            <a:lvl4pPr marL="1366286" indent="0">
              <a:buNone/>
              <a:defRPr sz="900"/>
            </a:lvl4pPr>
            <a:lvl5pPr marL="1821716" indent="0">
              <a:buNone/>
              <a:defRPr sz="900"/>
            </a:lvl5pPr>
            <a:lvl6pPr marL="2277141" indent="0">
              <a:buNone/>
              <a:defRPr sz="900"/>
            </a:lvl6pPr>
            <a:lvl7pPr marL="2732569" indent="0">
              <a:buNone/>
              <a:defRPr sz="900"/>
            </a:lvl7pPr>
            <a:lvl8pPr marL="3188000" indent="0">
              <a:buNone/>
              <a:defRPr sz="900"/>
            </a:lvl8pPr>
            <a:lvl9pPr marL="3643427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93063168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52301762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43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43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898436709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37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4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62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24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686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49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11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373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3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498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194604887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137797601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1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623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24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6869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493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116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3739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363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4986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64075344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994063136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6233" indent="0">
              <a:buNone/>
              <a:defRPr sz="2000" b="1"/>
            </a:lvl2pPr>
            <a:lvl3pPr marL="912466" indent="0">
              <a:buNone/>
              <a:defRPr sz="1800" b="1"/>
            </a:lvl3pPr>
            <a:lvl4pPr marL="1368699" indent="0">
              <a:buNone/>
              <a:defRPr sz="1600" b="1"/>
            </a:lvl4pPr>
            <a:lvl5pPr marL="1824933" indent="0">
              <a:buNone/>
              <a:defRPr sz="1600" b="1"/>
            </a:lvl5pPr>
            <a:lvl6pPr marL="2281163" indent="0">
              <a:buNone/>
              <a:defRPr sz="1600" b="1"/>
            </a:lvl6pPr>
            <a:lvl7pPr marL="2737399" indent="0">
              <a:buNone/>
              <a:defRPr sz="1600" b="1"/>
            </a:lvl7pPr>
            <a:lvl8pPr marL="3193630" indent="0">
              <a:buNone/>
              <a:defRPr sz="1600" b="1"/>
            </a:lvl8pPr>
            <a:lvl9pPr marL="3649861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37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6233" indent="0">
              <a:buNone/>
              <a:defRPr sz="2000" b="1"/>
            </a:lvl2pPr>
            <a:lvl3pPr marL="912466" indent="0">
              <a:buNone/>
              <a:defRPr sz="1800" b="1"/>
            </a:lvl3pPr>
            <a:lvl4pPr marL="1368699" indent="0">
              <a:buNone/>
              <a:defRPr sz="1600" b="1"/>
            </a:lvl4pPr>
            <a:lvl5pPr marL="1824933" indent="0">
              <a:buNone/>
              <a:defRPr sz="1600" b="1"/>
            </a:lvl5pPr>
            <a:lvl6pPr marL="2281163" indent="0">
              <a:buNone/>
              <a:defRPr sz="1600" b="1"/>
            </a:lvl6pPr>
            <a:lvl7pPr marL="2737399" indent="0">
              <a:buNone/>
              <a:defRPr sz="1600" b="1"/>
            </a:lvl7pPr>
            <a:lvl8pPr marL="3193630" indent="0">
              <a:buNone/>
              <a:defRPr sz="1600" b="1"/>
            </a:lvl8pPr>
            <a:lvl9pPr marL="3649861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3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33435469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077783697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468396857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12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12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6233" indent="0">
              <a:buNone/>
              <a:defRPr sz="1200"/>
            </a:lvl2pPr>
            <a:lvl3pPr marL="912466" indent="0">
              <a:buNone/>
              <a:defRPr sz="1000"/>
            </a:lvl3pPr>
            <a:lvl4pPr marL="1368699" indent="0">
              <a:buNone/>
              <a:defRPr sz="900"/>
            </a:lvl4pPr>
            <a:lvl5pPr marL="1824933" indent="0">
              <a:buNone/>
              <a:defRPr sz="900"/>
            </a:lvl5pPr>
            <a:lvl6pPr marL="2281163" indent="0">
              <a:buNone/>
              <a:defRPr sz="900"/>
            </a:lvl6pPr>
            <a:lvl7pPr marL="2737399" indent="0">
              <a:buNone/>
              <a:defRPr sz="900"/>
            </a:lvl7pPr>
            <a:lvl8pPr marL="3193630" indent="0">
              <a:buNone/>
              <a:defRPr sz="900"/>
            </a:lvl8pPr>
            <a:lvl9pPr marL="3649861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833825998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6233" indent="0">
              <a:buNone/>
              <a:defRPr sz="2800"/>
            </a:lvl2pPr>
            <a:lvl3pPr marL="912466" indent="0">
              <a:buNone/>
              <a:defRPr sz="2400"/>
            </a:lvl3pPr>
            <a:lvl4pPr marL="1368699" indent="0">
              <a:buNone/>
              <a:defRPr sz="2000"/>
            </a:lvl4pPr>
            <a:lvl5pPr marL="1824933" indent="0">
              <a:buNone/>
              <a:defRPr sz="2000"/>
            </a:lvl5pPr>
            <a:lvl6pPr marL="2281163" indent="0">
              <a:buNone/>
              <a:defRPr sz="2000"/>
            </a:lvl6pPr>
            <a:lvl7pPr marL="2737399" indent="0">
              <a:buNone/>
              <a:defRPr sz="2000"/>
            </a:lvl7pPr>
            <a:lvl8pPr marL="3193630" indent="0">
              <a:buNone/>
              <a:defRPr sz="2000"/>
            </a:lvl8pPr>
            <a:lvl9pPr marL="3649861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6233" indent="0">
              <a:buNone/>
              <a:defRPr sz="1200"/>
            </a:lvl2pPr>
            <a:lvl3pPr marL="912466" indent="0">
              <a:buNone/>
              <a:defRPr sz="1000"/>
            </a:lvl3pPr>
            <a:lvl4pPr marL="1368699" indent="0">
              <a:buNone/>
              <a:defRPr sz="900"/>
            </a:lvl4pPr>
            <a:lvl5pPr marL="1824933" indent="0">
              <a:buNone/>
              <a:defRPr sz="900"/>
            </a:lvl5pPr>
            <a:lvl6pPr marL="2281163" indent="0">
              <a:buNone/>
              <a:defRPr sz="900"/>
            </a:lvl6pPr>
            <a:lvl7pPr marL="2737399" indent="0">
              <a:buNone/>
              <a:defRPr sz="900"/>
            </a:lvl7pPr>
            <a:lvl8pPr marL="3193630" indent="0">
              <a:buNone/>
              <a:defRPr sz="900"/>
            </a:lvl8pPr>
            <a:lvl9pPr marL="3649861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94320894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255820625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43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43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914282311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1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2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3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4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5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7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8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097507039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777836829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1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23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35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4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59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71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83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9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726118828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526328771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19" indent="0">
              <a:buNone/>
              <a:defRPr sz="2000" b="1"/>
            </a:lvl2pPr>
            <a:lvl3pPr marL="914239" indent="0">
              <a:buNone/>
              <a:defRPr sz="1800" b="1"/>
            </a:lvl3pPr>
            <a:lvl4pPr marL="1371358" indent="0">
              <a:buNone/>
              <a:defRPr sz="1600" b="1"/>
            </a:lvl4pPr>
            <a:lvl5pPr marL="1828477" indent="0">
              <a:buNone/>
              <a:defRPr sz="1600" b="1"/>
            </a:lvl5pPr>
            <a:lvl6pPr marL="2285596" indent="0">
              <a:buNone/>
              <a:defRPr sz="1600" b="1"/>
            </a:lvl6pPr>
            <a:lvl7pPr marL="2742716" indent="0">
              <a:buNone/>
              <a:defRPr sz="1600" b="1"/>
            </a:lvl7pPr>
            <a:lvl8pPr marL="3199835" indent="0">
              <a:buNone/>
              <a:defRPr sz="1600" b="1"/>
            </a:lvl8pPr>
            <a:lvl9pPr marL="3656954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19" indent="0">
              <a:buNone/>
              <a:defRPr sz="2000" b="1"/>
            </a:lvl2pPr>
            <a:lvl3pPr marL="914239" indent="0">
              <a:buNone/>
              <a:defRPr sz="1800" b="1"/>
            </a:lvl3pPr>
            <a:lvl4pPr marL="1371358" indent="0">
              <a:buNone/>
              <a:defRPr sz="1600" b="1"/>
            </a:lvl4pPr>
            <a:lvl5pPr marL="1828477" indent="0">
              <a:buNone/>
              <a:defRPr sz="1600" b="1"/>
            </a:lvl5pPr>
            <a:lvl6pPr marL="2285596" indent="0">
              <a:buNone/>
              <a:defRPr sz="1600" b="1"/>
            </a:lvl6pPr>
            <a:lvl7pPr marL="2742716" indent="0">
              <a:buNone/>
              <a:defRPr sz="1600" b="1"/>
            </a:lvl7pPr>
            <a:lvl8pPr marL="3199835" indent="0">
              <a:buNone/>
              <a:defRPr sz="1600" b="1"/>
            </a:lvl8pPr>
            <a:lvl9pPr marL="3656954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551286665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8539850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71908661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1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19" indent="0">
              <a:buNone/>
              <a:defRPr sz="1200"/>
            </a:lvl2pPr>
            <a:lvl3pPr marL="914239" indent="0">
              <a:buNone/>
              <a:defRPr sz="1000"/>
            </a:lvl3pPr>
            <a:lvl4pPr marL="1371358" indent="0">
              <a:buNone/>
              <a:defRPr sz="900"/>
            </a:lvl4pPr>
            <a:lvl5pPr marL="1828477" indent="0">
              <a:buNone/>
              <a:defRPr sz="900"/>
            </a:lvl5pPr>
            <a:lvl6pPr marL="2285596" indent="0">
              <a:buNone/>
              <a:defRPr sz="900"/>
            </a:lvl6pPr>
            <a:lvl7pPr marL="2742716" indent="0">
              <a:buNone/>
              <a:defRPr sz="900"/>
            </a:lvl7pPr>
            <a:lvl8pPr marL="3199835" indent="0">
              <a:buNone/>
              <a:defRPr sz="900"/>
            </a:lvl8pPr>
            <a:lvl9pPr marL="3656954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622620958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19" indent="0">
              <a:buNone/>
              <a:defRPr sz="2800"/>
            </a:lvl2pPr>
            <a:lvl3pPr marL="914239" indent="0">
              <a:buNone/>
              <a:defRPr sz="2400"/>
            </a:lvl3pPr>
            <a:lvl4pPr marL="1371358" indent="0">
              <a:buNone/>
              <a:defRPr sz="2000"/>
            </a:lvl4pPr>
            <a:lvl5pPr marL="1828477" indent="0">
              <a:buNone/>
              <a:defRPr sz="2000"/>
            </a:lvl5pPr>
            <a:lvl6pPr marL="2285596" indent="0">
              <a:buNone/>
              <a:defRPr sz="2000"/>
            </a:lvl6pPr>
            <a:lvl7pPr marL="2742716" indent="0">
              <a:buNone/>
              <a:defRPr sz="2000"/>
            </a:lvl7pPr>
            <a:lvl8pPr marL="3199835" indent="0">
              <a:buNone/>
              <a:defRPr sz="2000"/>
            </a:lvl8pPr>
            <a:lvl9pPr marL="3656954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19" indent="0">
              <a:buNone/>
              <a:defRPr sz="1200"/>
            </a:lvl2pPr>
            <a:lvl3pPr marL="914239" indent="0">
              <a:buNone/>
              <a:defRPr sz="1000"/>
            </a:lvl3pPr>
            <a:lvl4pPr marL="1371358" indent="0">
              <a:buNone/>
              <a:defRPr sz="900"/>
            </a:lvl4pPr>
            <a:lvl5pPr marL="1828477" indent="0">
              <a:buNone/>
              <a:defRPr sz="900"/>
            </a:lvl5pPr>
            <a:lvl6pPr marL="2285596" indent="0">
              <a:buNone/>
              <a:defRPr sz="900"/>
            </a:lvl6pPr>
            <a:lvl7pPr marL="2742716" indent="0">
              <a:buNone/>
              <a:defRPr sz="900"/>
            </a:lvl7pPr>
            <a:lvl8pPr marL="3199835" indent="0">
              <a:buNone/>
              <a:defRPr sz="900"/>
            </a:lvl8pPr>
            <a:lvl9pPr marL="3656954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851343000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661636957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71232584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416" tIns="45208" rIns="90416" bIns="45208"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20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041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561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082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603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123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644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165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50CA4-FFE0-4F34-80F0-3CF63FB6DDD7}" type="datetimeFigureOut">
              <a:rPr lang="ru-RU" smtClean="0">
                <a:solidFill>
                  <a:srgbClr val="073E87"/>
                </a:solidFill>
              </a:rPr>
              <a:pPr/>
              <a:t>01.02.2026</a:t>
            </a:fld>
            <a:endParaRPr lang="ru-RU">
              <a:solidFill>
                <a:srgbClr val="073E87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srgbClr val="073E87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F953F-876A-4BB7-87C9-FCFE94416D6C}" type="slidenum">
              <a:rPr lang="ru-RU" smtClean="0">
                <a:solidFill>
                  <a:srgbClr val="073E87"/>
                </a:solidFill>
              </a:rPr>
              <a:pPr/>
              <a:t>‹#›</a:t>
            </a:fld>
            <a:endParaRPr lang="ru-RU">
              <a:solidFill>
                <a:srgbClr val="073E8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903962481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50CA4-FFE0-4F34-80F0-3CF63FB6DDD7}" type="datetimeFigureOut">
              <a:rPr lang="ru-RU" smtClean="0">
                <a:solidFill>
                  <a:srgbClr val="073E87"/>
                </a:solidFill>
              </a:rPr>
              <a:pPr/>
              <a:t>01.02.2026</a:t>
            </a:fld>
            <a:endParaRPr lang="ru-RU">
              <a:solidFill>
                <a:srgbClr val="073E87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srgbClr val="073E87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F953F-876A-4BB7-87C9-FCFE94416D6C}" type="slidenum">
              <a:rPr lang="ru-RU" smtClean="0">
                <a:solidFill>
                  <a:srgbClr val="073E87"/>
                </a:solidFill>
              </a:rPr>
              <a:pPr/>
              <a:t>‹#›</a:t>
            </a:fld>
            <a:endParaRPr lang="ru-RU">
              <a:solidFill>
                <a:srgbClr val="073E87"/>
              </a:solidFill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17719668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416" tIns="45208" rIns="90416" bIns="45208"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0416" tIns="45208" rIns="90416" bIns="45208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1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0416" tIns="45208" rIns="90416" bIns="45208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7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0416" tIns="45208" rIns="90416" bIns="45208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238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0416" tIns="45208" rIns="90416" bIns="45208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0416" tIns="45208" rIns="90416" bIns="45208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7" y="1437451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206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041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5619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082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6032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1239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6446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1652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50CA4-FFE0-4F34-80F0-3CF63FB6DDD7}" type="datetimeFigureOut">
              <a:rPr lang="ru-RU" smtClean="0">
                <a:solidFill>
                  <a:srgbClr val="073E87"/>
                </a:solidFill>
              </a:rPr>
              <a:pPr/>
              <a:t>01.02.2026</a:t>
            </a:fld>
            <a:endParaRPr lang="ru-RU">
              <a:solidFill>
                <a:srgbClr val="073E87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srgbClr val="073E87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F953F-876A-4BB7-87C9-FCFE94416D6C}" type="slidenum">
              <a:rPr lang="ru-RU" smtClean="0">
                <a:solidFill>
                  <a:srgbClr val="073E87"/>
                </a:solidFill>
              </a:rPr>
              <a:pPr/>
              <a:t>‹#›</a:t>
            </a:fld>
            <a:endParaRPr lang="ru-RU">
              <a:solidFill>
                <a:srgbClr val="073E8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452450255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50CA4-FFE0-4F34-80F0-3CF63FB6DDD7}" type="datetimeFigureOut">
              <a:rPr lang="ru-RU" smtClean="0">
                <a:solidFill>
                  <a:srgbClr val="073E87"/>
                </a:solidFill>
              </a:rPr>
              <a:pPr/>
              <a:t>01.02.2026</a:t>
            </a:fld>
            <a:endParaRPr lang="ru-RU">
              <a:solidFill>
                <a:srgbClr val="073E87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srgbClr val="073E87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F953F-876A-4BB7-87C9-FCFE94416D6C}" type="slidenum">
              <a:rPr lang="ru-RU" smtClean="0">
                <a:solidFill>
                  <a:srgbClr val="073E87"/>
                </a:solidFill>
              </a:rPr>
              <a:pPr/>
              <a:t>‹#›</a:t>
            </a:fld>
            <a:endParaRPr lang="ru-RU">
              <a:solidFill>
                <a:srgbClr val="073E87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8" y="2679192"/>
            <a:ext cx="3822192" cy="34472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48913513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8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2068" indent="0">
              <a:buNone/>
              <a:defRPr sz="2000" b="1"/>
            </a:lvl2pPr>
            <a:lvl3pPr marL="904129" indent="0">
              <a:buNone/>
              <a:defRPr sz="1800" b="1"/>
            </a:lvl3pPr>
            <a:lvl4pPr marL="1356194" indent="0">
              <a:buNone/>
              <a:defRPr sz="1600" b="1"/>
            </a:lvl4pPr>
            <a:lvl5pPr marL="1808269" indent="0">
              <a:buNone/>
              <a:defRPr sz="1600" b="1"/>
            </a:lvl5pPr>
            <a:lvl6pPr marL="2260328" indent="0">
              <a:buNone/>
              <a:defRPr sz="1600" b="1"/>
            </a:lvl6pPr>
            <a:lvl7pPr marL="2712390" indent="0">
              <a:buNone/>
              <a:defRPr sz="1600" b="1"/>
            </a:lvl7pPr>
            <a:lvl8pPr marL="3164462" indent="0">
              <a:buNone/>
              <a:defRPr sz="1600" b="1"/>
            </a:lvl8pPr>
            <a:lvl9pPr marL="3616528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4" y="3429064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1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2068" indent="0">
              <a:buNone/>
              <a:defRPr sz="2000" b="1"/>
            </a:lvl2pPr>
            <a:lvl3pPr marL="904129" indent="0">
              <a:buNone/>
              <a:defRPr sz="1800" b="1"/>
            </a:lvl3pPr>
            <a:lvl4pPr marL="1356194" indent="0">
              <a:buNone/>
              <a:defRPr sz="1600" b="1"/>
            </a:lvl4pPr>
            <a:lvl5pPr marL="1808269" indent="0">
              <a:buNone/>
              <a:defRPr sz="1600" b="1"/>
            </a:lvl5pPr>
            <a:lvl6pPr marL="2260328" indent="0">
              <a:buNone/>
              <a:defRPr sz="1600" b="1"/>
            </a:lvl6pPr>
            <a:lvl7pPr marL="2712390" indent="0">
              <a:buNone/>
              <a:defRPr sz="1600" b="1"/>
            </a:lvl7pPr>
            <a:lvl8pPr marL="3164462" indent="0">
              <a:buNone/>
              <a:defRPr sz="1600" b="1"/>
            </a:lvl8pPr>
            <a:lvl9pPr marL="3616528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3429064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50CA4-FFE0-4F34-80F0-3CF63FB6DDD7}" type="datetimeFigureOut">
              <a:rPr lang="ru-RU" smtClean="0">
                <a:solidFill>
                  <a:srgbClr val="073E87"/>
                </a:solidFill>
              </a:rPr>
              <a:pPr/>
              <a:t>01.02.2026</a:t>
            </a:fld>
            <a:endParaRPr lang="ru-RU">
              <a:solidFill>
                <a:srgbClr val="073E87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srgbClr val="073E87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F953F-876A-4BB7-87C9-FCFE94416D6C}" type="slidenum">
              <a:rPr lang="ru-RU" smtClean="0">
                <a:solidFill>
                  <a:srgbClr val="073E87"/>
                </a:solidFill>
              </a:rPr>
              <a:pPr/>
              <a:t>‹#›</a:t>
            </a:fld>
            <a:endParaRPr lang="ru-RU">
              <a:solidFill>
                <a:srgbClr val="073E8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49072691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50CA4-FFE0-4F34-80F0-3CF63FB6DDD7}" type="datetimeFigureOut">
              <a:rPr lang="ru-RU" smtClean="0">
                <a:solidFill>
                  <a:srgbClr val="073E87"/>
                </a:solidFill>
              </a:rPr>
              <a:pPr/>
              <a:t>01.02.2026</a:t>
            </a:fld>
            <a:endParaRPr lang="ru-RU">
              <a:solidFill>
                <a:srgbClr val="073E87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srgbClr val="073E87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F953F-876A-4BB7-87C9-FCFE94416D6C}" type="slidenum">
              <a:rPr lang="ru-RU" smtClean="0">
                <a:solidFill>
                  <a:srgbClr val="073E87"/>
                </a:solidFill>
              </a:rPr>
              <a:pPr/>
              <a:t>‹#›</a:t>
            </a:fld>
            <a:endParaRPr lang="ru-RU">
              <a:solidFill>
                <a:srgbClr val="073E8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4379589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416" tIns="45208" rIns="90416" bIns="45208"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50CA4-FFE0-4F34-80F0-3CF63FB6DDD7}" type="datetimeFigureOut">
              <a:rPr lang="ru-RU" smtClean="0">
                <a:solidFill>
                  <a:srgbClr val="073E87"/>
                </a:solidFill>
              </a:rPr>
              <a:pPr/>
              <a:t>01.02.2026</a:t>
            </a:fld>
            <a:endParaRPr lang="ru-RU">
              <a:solidFill>
                <a:srgbClr val="073E87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srgbClr val="073E87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F953F-876A-4BB7-87C9-FCFE94416D6C}" type="slidenum">
              <a:rPr lang="ru-RU" smtClean="0">
                <a:solidFill>
                  <a:srgbClr val="073E87"/>
                </a:solidFill>
              </a:rPr>
              <a:pPr/>
              <a:t>‹#›</a:t>
            </a:fld>
            <a:endParaRPr lang="ru-RU">
              <a:solidFill>
                <a:srgbClr val="073E8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925219403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416" tIns="45208" rIns="90416" bIns="45208"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50CA4-FFE0-4F34-80F0-3CF63FB6DDD7}" type="datetimeFigureOut">
              <a:rPr lang="ru-RU" smtClean="0">
                <a:solidFill>
                  <a:srgbClr val="073E87"/>
                </a:solidFill>
              </a:rPr>
              <a:pPr/>
              <a:t>01.02.2026</a:t>
            </a:fld>
            <a:endParaRPr lang="ru-RU">
              <a:solidFill>
                <a:srgbClr val="073E87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srgbClr val="073E87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F953F-876A-4BB7-87C9-FCFE94416D6C}" type="slidenum">
              <a:rPr lang="ru-RU" smtClean="0">
                <a:solidFill>
                  <a:srgbClr val="073E87"/>
                </a:solidFill>
              </a:rPr>
              <a:pPr/>
              <a:t>‹#›</a:t>
            </a:fld>
            <a:endParaRPr lang="ru-RU">
              <a:solidFill>
                <a:srgbClr val="073E87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2068" indent="0">
              <a:buNone/>
              <a:defRPr sz="1200"/>
            </a:lvl2pPr>
            <a:lvl3pPr marL="904129" indent="0">
              <a:buNone/>
              <a:defRPr sz="1000"/>
            </a:lvl3pPr>
            <a:lvl4pPr marL="1356194" indent="0">
              <a:buNone/>
              <a:defRPr sz="900"/>
            </a:lvl4pPr>
            <a:lvl5pPr marL="1808269" indent="0">
              <a:buNone/>
              <a:defRPr sz="900"/>
            </a:lvl5pPr>
            <a:lvl6pPr marL="2260328" indent="0">
              <a:buNone/>
              <a:defRPr sz="900"/>
            </a:lvl6pPr>
            <a:lvl7pPr marL="2712390" indent="0">
              <a:buNone/>
              <a:defRPr sz="900"/>
            </a:lvl7pPr>
            <a:lvl8pPr marL="3164462" indent="0">
              <a:buNone/>
              <a:defRPr sz="900"/>
            </a:lvl8pPr>
            <a:lvl9pPr marL="3616528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5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1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736603219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416" tIns="45208" rIns="90416" bIns="45208"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219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97" y="2785537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2068" indent="0">
              <a:buNone/>
              <a:defRPr sz="1200"/>
            </a:lvl2pPr>
            <a:lvl3pPr marL="904129" indent="0">
              <a:buNone/>
              <a:defRPr sz="1000"/>
            </a:lvl3pPr>
            <a:lvl4pPr marL="1356194" indent="0">
              <a:buNone/>
              <a:defRPr sz="900"/>
            </a:lvl4pPr>
            <a:lvl5pPr marL="1808269" indent="0">
              <a:buNone/>
              <a:defRPr sz="900"/>
            </a:lvl5pPr>
            <a:lvl6pPr marL="2260328" indent="0">
              <a:buNone/>
              <a:defRPr sz="900"/>
            </a:lvl6pPr>
            <a:lvl7pPr marL="2712390" indent="0">
              <a:buNone/>
              <a:defRPr sz="900"/>
            </a:lvl7pPr>
            <a:lvl8pPr marL="3164462" indent="0">
              <a:buNone/>
              <a:defRPr sz="900"/>
            </a:lvl8pPr>
            <a:lvl9pPr marL="3616528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50CA4-FFE0-4F34-80F0-3CF63FB6DDD7}" type="datetimeFigureOut">
              <a:rPr lang="ru-RU" smtClean="0">
                <a:solidFill>
                  <a:srgbClr val="073E87"/>
                </a:solidFill>
              </a:rPr>
              <a:pPr/>
              <a:t>01.02.2026</a:t>
            </a:fld>
            <a:endParaRPr lang="ru-RU">
              <a:solidFill>
                <a:srgbClr val="073E87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srgbClr val="073E87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F953F-876A-4BB7-87C9-FCFE94416D6C}" type="slidenum">
              <a:rPr lang="ru-RU" smtClean="0">
                <a:solidFill>
                  <a:srgbClr val="073E87"/>
                </a:solidFill>
              </a:rPr>
              <a:pPr/>
              <a:t>‹#›</a:t>
            </a:fld>
            <a:endParaRPr lang="ru-RU">
              <a:solidFill>
                <a:srgbClr val="073E87"/>
              </a:solidFill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4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2068" indent="0">
              <a:buNone/>
              <a:defRPr sz="2800"/>
            </a:lvl2pPr>
            <a:lvl3pPr marL="904129" indent="0">
              <a:buNone/>
              <a:defRPr sz="2400"/>
            </a:lvl3pPr>
            <a:lvl4pPr marL="1356194" indent="0">
              <a:buNone/>
              <a:defRPr sz="2000"/>
            </a:lvl4pPr>
            <a:lvl5pPr marL="1808269" indent="0">
              <a:buNone/>
              <a:defRPr sz="2000"/>
            </a:lvl5pPr>
            <a:lvl6pPr marL="2260328" indent="0">
              <a:buNone/>
              <a:defRPr sz="2000"/>
            </a:lvl6pPr>
            <a:lvl7pPr marL="2712390" indent="0">
              <a:buNone/>
              <a:defRPr sz="2000"/>
            </a:lvl7pPr>
            <a:lvl8pPr marL="3164462" indent="0">
              <a:buNone/>
              <a:defRPr sz="2000"/>
            </a:lvl8pPr>
            <a:lvl9pPr marL="3616528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544731857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50CA4-FFE0-4F34-80F0-3CF63FB6DDD7}" type="datetimeFigureOut">
              <a:rPr lang="ru-RU" smtClean="0">
                <a:solidFill>
                  <a:srgbClr val="073E87"/>
                </a:solidFill>
              </a:rPr>
              <a:pPr/>
              <a:t>01.02.2026</a:t>
            </a:fld>
            <a:endParaRPr lang="ru-RU">
              <a:solidFill>
                <a:srgbClr val="073E87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srgbClr val="073E87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F953F-876A-4BB7-87C9-FCFE94416D6C}" type="slidenum">
              <a:rPr lang="ru-RU" smtClean="0">
                <a:solidFill>
                  <a:srgbClr val="073E87"/>
                </a:solidFill>
              </a:rPr>
              <a:pPr/>
              <a:t>‹#›</a:t>
            </a:fld>
            <a:endParaRPr lang="ru-RU">
              <a:solidFill>
                <a:srgbClr val="073E8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325927195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416" tIns="45208" rIns="90416" bIns="45208"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50CA4-FFE0-4F34-80F0-3CF63FB6DDD7}" type="datetimeFigureOut">
              <a:rPr lang="ru-RU" smtClean="0">
                <a:solidFill>
                  <a:srgbClr val="073E87"/>
                </a:solidFill>
              </a:rPr>
              <a:pPr/>
              <a:t>01.02.2026</a:t>
            </a:fld>
            <a:endParaRPr lang="ru-RU">
              <a:solidFill>
                <a:srgbClr val="073E87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srgbClr val="073E87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F953F-876A-4BB7-87C9-FCFE94416D6C}" type="slidenum">
              <a:rPr lang="ru-RU" smtClean="0">
                <a:solidFill>
                  <a:srgbClr val="073E87"/>
                </a:solidFill>
              </a:rPr>
              <a:pPr/>
              <a:t>‹#›</a:t>
            </a:fld>
            <a:endParaRPr lang="ru-RU">
              <a:solidFill>
                <a:srgbClr val="073E87"/>
              </a:solidFill>
            </a:endParaRPr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5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64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569061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6.xml"/><Relationship Id="rId3" Type="http://schemas.openxmlformats.org/officeDocument/2006/relationships/slideLayout" Target="../slideLayouts/slideLayout91.xml"/><Relationship Id="rId7" Type="http://schemas.openxmlformats.org/officeDocument/2006/relationships/slideLayout" Target="../slideLayouts/slideLayout95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90.xml"/><Relationship Id="rId1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4.xml"/><Relationship Id="rId11" Type="http://schemas.openxmlformats.org/officeDocument/2006/relationships/slideLayout" Target="../slideLayouts/slideLayout99.xml"/><Relationship Id="rId5" Type="http://schemas.openxmlformats.org/officeDocument/2006/relationships/slideLayout" Target="../slideLayouts/slideLayout93.xml"/><Relationship Id="rId10" Type="http://schemas.openxmlformats.org/officeDocument/2006/relationships/slideLayout" Target="../slideLayouts/slideLayout98.xml"/><Relationship Id="rId4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7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7.xml"/><Relationship Id="rId3" Type="http://schemas.openxmlformats.org/officeDocument/2006/relationships/slideLayout" Target="../slideLayouts/slideLayout102.xml"/><Relationship Id="rId7" Type="http://schemas.openxmlformats.org/officeDocument/2006/relationships/slideLayout" Target="../slideLayouts/slideLayout106.xml"/><Relationship Id="rId12" Type="http://schemas.openxmlformats.org/officeDocument/2006/relationships/theme" Target="../theme/theme10.xml"/><Relationship Id="rId2" Type="http://schemas.openxmlformats.org/officeDocument/2006/relationships/slideLayout" Target="../slideLayouts/slideLayout101.xml"/><Relationship Id="rId1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105.xml"/><Relationship Id="rId11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04.xml"/><Relationship Id="rId10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03.xml"/><Relationship Id="rId9" Type="http://schemas.openxmlformats.org/officeDocument/2006/relationships/slideLayout" Target="../slideLayouts/slideLayout108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8.xml"/><Relationship Id="rId3" Type="http://schemas.openxmlformats.org/officeDocument/2006/relationships/slideLayout" Target="../slideLayouts/slideLayout113.xml"/><Relationship Id="rId7" Type="http://schemas.openxmlformats.org/officeDocument/2006/relationships/slideLayout" Target="../slideLayouts/slideLayout117.xml"/><Relationship Id="rId12" Type="http://schemas.openxmlformats.org/officeDocument/2006/relationships/theme" Target="../theme/theme11.xml"/><Relationship Id="rId2" Type="http://schemas.openxmlformats.org/officeDocument/2006/relationships/slideLayout" Target="../slideLayouts/slideLayout112.xml"/><Relationship Id="rId1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6.xml"/><Relationship Id="rId11" Type="http://schemas.openxmlformats.org/officeDocument/2006/relationships/slideLayout" Target="../slideLayouts/slideLayout121.xml"/><Relationship Id="rId5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120.xml"/><Relationship Id="rId4" Type="http://schemas.openxmlformats.org/officeDocument/2006/relationships/slideLayout" Target="../slideLayouts/slideLayout114.xml"/><Relationship Id="rId9" Type="http://schemas.openxmlformats.org/officeDocument/2006/relationships/slideLayout" Target="../slideLayouts/slideLayout119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9.xml"/><Relationship Id="rId3" Type="http://schemas.openxmlformats.org/officeDocument/2006/relationships/slideLayout" Target="../slideLayouts/slideLayout124.xml"/><Relationship Id="rId7" Type="http://schemas.openxmlformats.org/officeDocument/2006/relationships/slideLayout" Target="../slideLayouts/slideLayout128.xml"/><Relationship Id="rId12" Type="http://schemas.openxmlformats.org/officeDocument/2006/relationships/theme" Target="../theme/theme12.xml"/><Relationship Id="rId2" Type="http://schemas.openxmlformats.org/officeDocument/2006/relationships/slideLayout" Target="../slideLayouts/slideLayout123.xml"/><Relationship Id="rId1" Type="http://schemas.openxmlformats.org/officeDocument/2006/relationships/slideLayout" Target="../slideLayouts/slideLayout122.xml"/><Relationship Id="rId6" Type="http://schemas.openxmlformats.org/officeDocument/2006/relationships/slideLayout" Target="../slideLayouts/slideLayout127.xml"/><Relationship Id="rId11" Type="http://schemas.openxmlformats.org/officeDocument/2006/relationships/slideLayout" Target="../slideLayouts/slideLayout132.xml"/><Relationship Id="rId5" Type="http://schemas.openxmlformats.org/officeDocument/2006/relationships/slideLayout" Target="../slideLayouts/slideLayout126.xml"/><Relationship Id="rId10" Type="http://schemas.openxmlformats.org/officeDocument/2006/relationships/slideLayout" Target="../slideLayouts/slideLayout131.xml"/><Relationship Id="rId4" Type="http://schemas.openxmlformats.org/officeDocument/2006/relationships/slideLayout" Target="../slideLayouts/slideLayout125.xml"/><Relationship Id="rId9" Type="http://schemas.openxmlformats.org/officeDocument/2006/relationships/slideLayout" Target="../slideLayouts/slideLayout130.xml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0.xml"/><Relationship Id="rId3" Type="http://schemas.openxmlformats.org/officeDocument/2006/relationships/slideLayout" Target="../slideLayouts/slideLayout135.xml"/><Relationship Id="rId7" Type="http://schemas.openxmlformats.org/officeDocument/2006/relationships/slideLayout" Target="../slideLayouts/slideLayout139.xml"/><Relationship Id="rId12" Type="http://schemas.openxmlformats.org/officeDocument/2006/relationships/theme" Target="../theme/theme13.xml"/><Relationship Id="rId2" Type="http://schemas.openxmlformats.org/officeDocument/2006/relationships/slideLayout" Target="../slideLayouts/slideLayout134.xml"/><Relationship Id="rId1" Type="http://schemas.openxmlformats.org/officeDocument/2006/relationships/slideLayout" Target="../slideLayouts/slideLayout133.xml"/><Relationship Id="rId6" Type="http://schemas.openxmlformats.org/officeDocument/2006/relationships/slideLayout" Target="../slideLayouts/slideLayout138.xml"/><Relationship Id="rId11" Type="http://schemas.openxmlformats.org/officeDocument/2006/relationships/slideLayout" Target="../slideLayouts/slideLayout143.xml"/><Relationship Id="rId5" Type="http://schemas.openxmlformats.org/officeDocument/2006/relationships/slideLayout" Target="../slideLayouts/slideLayout137.xml"/><Relationship Id="rId10" Type="http://schemas.openxmlformats.org/officeDocument/2006/relationships/slideLayout" Target="../slideLayouts/slideLayout142.xml"/><Relationship Id="rId4" Type="http://schemas.openxmlformats.org/officeDocument/2006/relationships/slideLayout" Target="../slideLayouts/slideLayout136.xml"/><Relationship Id="rId9" Type="http://schemas.openxmlformats.org/officeDocument/2006/relationships/slideLayout" Target="../slideLayouts/slideLayout1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1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416" tIns="45208" rIns="90416" bIns="45208"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0416" tIns="45208" rIns="90416" bIns="45208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228"/>
            <a:ext cx="3786690" cy="365125"/>
          </a:xfrm>
          <a:prstGeom prst="rect">
            <a:avLst/>
          </a:prstGeom>
        </p:spPr>
        <p:txBody>
          <a:bodyPr vert="horz" lIns="90416" tIns="45208" rIns="90416" bIns="45208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59450CA4-FFE0-4F34-80F0-3CF63FB6DDD7}" type="datetimeFigureOut">
              <a:rPr lang="ru-RU" smtClean="0"/>
              <a:pPr/>
              <a:t>01.02.2026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702" y="6250228"/>
            <a:ext cx="3786691" cy="365125"/>
          </a:xfrm>
          <a:prstGeom prst="rect">
            <a:avLst/>
          </a:prstGeom>
        </p:spPr>
        <p:txBody>
          <a:bodyPr vert="horz" lIns="90416" tIns="45208" rIns="90416" bIns="45208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90" y="6250227"/>
            <a:ext cx="1161826" cy="365125"/>
          </a:xfrm>
          <a:prstGeom prst="rect">
            <a:avLst/>
          </a:prstGeom>
        </p:spPr>
        <p:txBody>
          <a:bodyPr vert="horz" lIns="90416" tIns="45208" rIns="90416" bIns="45208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080F953F-876A-4BB7-87C9-FCFE94416D6C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0416" tIns="45208" rIns="90416" bIns="45208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04129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1240" indent="-271240" algn="l" defTabSz="904129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69792" indent="-271240" algn="l" defTabSz="904129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46064" indent="-226032" algn="l" defTabSz="904129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30168" indent="-226032" algn="l" defTabSz="904129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46612" indent="-226032" algn="l" defTabSz="904129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63055" indent="-226032" algn="l" defTabSz="904129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079503" indent="-226032" algn="l" defTabSz="904129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395950" indent="-226032" algn="l" defTabSz="904129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12390" indent="-226032" algn="l" defTabSz="904129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0412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2068" algn="l" defTabSz="90412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04129" algn="l" defTabSz="90412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56194" algn="l" defTabSz="90412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08269" algn="l" defTabSz="90412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60328" algn="l" defTabSz="90412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12390" algn="l" defTabSz="90412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64462" algn="l" defTabSz="90412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16528" algn="l" defTabSz="90412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 vert="horz" lIns="90400" tIns="45200" rIns="90400" bIns="4520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0400" tIns="45200" rIns="90400" bIns="4520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1" y="6356415"/>
            <a:ext cx="2133600" cy="365125"/>
          </a:xfrm>
          <a:prstGeom prst="rect">
            <a:avLst/>
          </a:prstGeom>
        </p:spPr>
        <p:txBody>
          <a:bodyPr vert="horz" lIns="90400" tIns="45200" rIns="90400" bIns="4520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03970"/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 defTabSz="903970"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3" y="6356415"/>
            <a:ext cx="2895600" cy="365125"/>
          </a:xfrm>
          <a:prstGeom prst="rect">
            <a:avLst/>
          </a:prstGeom>
        </p:spPr>
        <p:txBody>
          <a:bodyPr vert="horz" lIns="90400" tIns="45200" rIns="90400" bIns="4520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03970"/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415"/>
            <a:ext cx="2133600" cy="365125"/>
          </a:xfrm>
          <a:prstGeom prst="rect">
            <a:avLst/>
          </a:prstGeom>
        </p:spPr>
        <p:txBody>
          <a:bodyPr vert="horz" lIns="90400" tIns="45200" rIns="90400" bIns="4520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03970"/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 defTabSz="903970"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829641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0397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8984" indent="-338984" algn="l" defTabSz="9039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34479" indent="-282499" algn="l" defTabSz="90397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29969" indent="-225992" algn="l" defTabSz="90397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81953" indent="-225992" algn="l" defTabSz="90397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3931" indent="-225992" algn="l" defTabSz="90397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485921" indent="-225992" algn="l" defTabSz="90397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37911" indent="-225992" algn="l" defTabSz="90397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389890" indent="-225992" algn="l" defTabSz="90397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41880" indent="-225992" algn="l" defTabSz="90397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039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1988" algn="l" defTabSz="9039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03970" algn="l" defTabSz="9039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55954" algn="l" defTabSz="9039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07950" algn="l" defTabSz="9039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59929" algn="l" defTabSz="9039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11911" algn="l" defTabSz="9039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63904" algn="l" defTabSz="9039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15889" algn="l" defTabSz="9039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 vert="horz" lIns="90416" tIns="45208" rIns="90416" bIns="45208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0416" tIns="45208" rIns="90416" bIns="45208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1" y="6356414"/>
            <a:ext cx="2133600" cy="365125"/>
          </a:xfrm>
          <a:prstGeom prst="rect">
            <a:avLst/>
          </a:prstGeom>
        </p:spPr>
        <p:txBody>
          <a:bodyPr vert="horz" lIns="90416" tIns="45208" rIns="90416" bIns="45208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3" y="6356414"/>
            <a:ext cx="2895600" cy="365125"/>
          </a:xfrm>
          <a:prstGeom prst="rect">
            <a:avLst/>
          </a:prstGeom>
        </p:spPr>
        <p:txBody>
          <a:bodyPr vert="horz" lIns="90416" tIns="45208" rIns="90416" bIns="45208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414"/>
            <a:ext cx="2133600" cy="365125"/>
          </a:xfrm>
          <a:prstGeom prst="rect">
            <a:avLst/>
          </a:prstGeom>
        </p:spPr>
        <p:txBody>
          <a:bodyPr vert="horz" lIns="90416" tIns="45208" rIns="90416" bIns="45208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096794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04129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9044" indent="-339044" algn="l" defTabSz="904129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34609" indent="-282549" algn="l" defTabSz="904129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30168" indent="-226032" algn="l" defTabSz="904129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82232" indent="-226032" algn="l" defTabSz="904129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4290" indent="-226032" algn="l" defTabSz="904129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486359" indent="-226032" algn="l" defTabSz="904129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38429" indent="-226032" algn="l" defTabSz="904129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390488" indent="-226032" algn="l" defTabSz="904129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42558" indent="-226032" algn="l" defTabSz="904129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0412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2068" algn="l" defTabSz="90412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04129" algn="l" defTabSz="90412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56194" algn="l" defTabSz="90412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08269" algn="l" defTabSz="90412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60328" algn="l" defTabSz="90412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12390" algn="l" defTabSz="90412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64462" algn="l" defTabSz="90412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16528" algn="l" defTabSz="90412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 vert="horz" lIns="90464" tIns="45232" rIns="90464" bIns="45232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0464" tIns="45232" rIns="90464" bIns="45232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1" y="6356411"/>
            <a:ext cx="2133600" cy="365125"/>
          </a:xfrm>
          <a:prstGeom prst="rect">
            <a:avLst/>
          </a:prstGeom>
        </p:spPr>
        <p:txBody>
          <a:bodyPr vert="horz" lIns="90464" tIns="45232" rIns="90464" bIns="45232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04608"/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 defTabSz="904608"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3" y="6356411"/>
            <a:ext cx="2895600" cy="365125"/>
          </a:xfrm>
          <a:prstGeom prst="rect">
            <a:avLst/>
          </a:prstGeom>
        </p:spPr>
        <p:txBody>
          <a:bodyPr vert="horz" lIns="90464" tIns="45232" rIns="90464" bIns="45232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04608"/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411"/>
            <a:ext cx="2133600" cy="365125"/>
          </a:xfrm>
          <a:prstGeom prst="rect">
            <a:avLst/>
          </a:prstGeom>
        </p:spPr>
        <p:txBody>
          <a:bodyPr vert="horz" lIns="90464" tIns="45232" rIns="90464" bIns="45232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04608"/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 defTabSz="904608"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145620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04608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9224" indent="-339224" algn="l" defTabSz="904608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34997" indent="-282698" algn="l" defTabSz="904608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30765" indent="-226152" algn="l" defTabSz="90460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83070" indent="-226152" algn="l" defTabSz="904608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5367" indent="-226152" algn="l" defTabSz="904608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487676" indent="-226152" algn="l" defTabSz="90460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39983" indent="-226152" algn="l" defTabSz="90460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392283" indent="-226152" algn="l" defTabSz="90460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44593" indent="-226152" algn="l" defTabSz="90460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0460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2307" algn="l" defTabSz="90460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04608" algn="l" defTabSz="90460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56912" algn="l" defTabSz="90460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09227" algn="l" defTabSz="90460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61525" algn="l" defTabSz="90460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13826" algn="l" defTabSz="90460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66138" algn="l" defTabSz="90460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18442" algn="l" defTabSz="90460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 vert="horz" lIns="90528" tIns="45264" rIns="90528" bIns="45264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0528" tIns="45264" rIns="90528" bIns="45264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1" y="6356407"/>
            <a:ext cx="2133600" cy="365125"/>
          </a:xfrm>
          <a:prstGeom prst="rect">
            <a:avLst/>
          </a:prstGeom>
        </p:spPr>
        <p:txBody>
          <a:bodyPr vert="horz" lIns="90528" tIns="45264" rIns="90528" bIns="45264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05247"/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 defTabSz="905247"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3" y="6356407"/>
            <a:ext cx="2895600" cy="365125"/>
          </a:xfrm>
          <a:prstGeom prst="rect">
            <a:avLst/>
          </a:prstGeom>
        </p:spPr>
        <p:txBody>
          <a:bodyPr vert="horz" lIns="90528" tIns="45264" rIns="90528" bIns="45264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05247"/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407"/>
            <a:ext cx="2133600" cy="365125"/>
          </a:xfrm>
          <a:prstGeom prst="rect">
            <a:avLst/>
          </a:prstGeom>
        </p:spPr>
        <p:txBody>
          <a:bodyPr vert="horz" lIns="90528" tIns="45264" rIns="90528" bIns="45264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05247"/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 defTabSz="905247"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392235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defTabSz="905247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9464" indent="-339464" algn="l" defTabSz="905247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35516" indent="-282897" algn="l" defTabSz="905247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31561" indent="-226312" algn="l" defTabSz="90524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84188" indent="-226312" algn="l" defTabSz="90524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805" indent="-226312" algn="l" defTabSz="90524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489434" indent="-226312" algn="l" defTabSz="90524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42059" indent="-226312" algn="l" defTabSz="90524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394679" indent="-226312" algn="l" defTabSz="90524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47307" indent="-226312" algn="l" defTabSz="90524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0524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2627" algn="l" defTabSz="90524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05247" algn="l" defTabSz="90524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57871" algn="l" defTabSz="90524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10505" algn="l" defTabSz="90524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63121" algn="l" defTabSz="90524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15742" algn="l" defTabSz="90524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68374" algn="l" defTabSz="90524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20997" algn="l" defTabSz="90524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 vert="horz" lIns="90608" tIns="45304" rIns="90608" bIns="45304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0608" tIns="45304" rIns="90608" bIns="45304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1" y="6356402"/>
            <a:ext cx="2133600" cy="365125"/>
          </a:xfrm>
          <a:prstGeom prst="rect">
            <a:avLst/>
          </a:prstGeom>
        </p:spPr>
        <p:txBody>
          <a:bodyPr vert="horz" lIns="90608" tIns="45304" rIns="90608" bIns="45304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06045"/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 defTabSz="906045"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3" y="6356402"/>
            <a:ext cx="2895600" cy="365125"/>
          </a:xfrm>
          <a:prstGeom prst="rect">
            <a:avLst/>
          </a:prstGeom>
        </p:spPr>
        <p:txBody>
          <a:bodyPr vert="horz" lIns="90608" tIns="45304" rIns="90608" bIns="45304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06045"/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402"/>
            <a:ext cx="2133600" cy="365125"/>
          </a:xfrm>
          <a:prstGeom prst="rect">
            <a:avLst/>
          </a:prstGeom>
        </p:spPr>
        <p:txBody>
          <a:bodyPr vert="horz" lIns="90608" tIns="45304" rIns="90608" bIns="45304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06045"/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 defTabSz="906045"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301087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ctr" defTabSz="906045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9764" indent="-339764" algn="l" defTabSz="906045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36165" indent="-283147" algn="l" defTabSz="906045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32560" indent="-226512" algn="l" defTabSz="906045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85586" indent="-226512" algn="l" defTabSz="906045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8603" indent="-226512" algn="l" defTabSz="906045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491634" indent="-226512" algn="l" defTabSz="90604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44655" indent="-226512" algn="l" defTabSz="90604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397676" indent="-226512" algn="l" defTabSz="90604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50704" indent="-226512" algn="l" defTabSz="90604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0604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3026" algn="l" defTabSz="90604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06045" algn="l" defTabSz="90604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59070" algn="l" defTabSz="90604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12102" algn="l" defTabSz="90604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65118" algn="l" defTabSz="90604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18140" algn="l" defTabSz="90604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71170" algn="l" defTabSz="90604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24192" algn="l" defTabSz="90604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 vert="horz" lIns="90704" tIns="45352" rIns="90704" bIns="45352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0704" tIns="45352" rIns="90704" bIns="45352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1" y="6356396"/>
            <a:ext cx="2133600" cy="365125"/>
          </a:xfrm>
          <a:prstGeom prst="rect">
            <a:avLst/>
          </a:prstGeom>
        </p:spPr>
        <p:txBody>
          <a:bodyPr vert="horz" lIns="90704" tIns="45352" rIns="90704" bIns="45352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07005"/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 defTabSz="907005"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3" y="6356396"/>
            <a:ext cx="2895600" cy="365125"/>
          </a:xfrm>
          <a:prstGeom prst="rect">
            <a:avLst/>
          </a:prstGeom>
        </p:spPr>
        <p:txBody>
          <a:bodyPr vert="horz" lIns="90704" tIns="45352" rIns="90704" bIns="45352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07005"/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96"/>
            <a:ext cx="2133600" cy="365125"/>
          </a:xfrm>
          <a:prstGeom prst="rect">
            <a:avLst/>
          </a:prstGeom>
        </p:spPr>
        <p:txBody>
          <a:bodyPr vert="horz" lIns="90704" tIns="45352" rIns="90704" bIns="45352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07005"/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 defTabSz="907005"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695592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ctr" defTabSz="907005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0124" indent="-340124" algn="l" defTabSz="907005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36945" indent="-283447" algn="l" defTabSz="907005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760" indent="-226752" algn="l" defTabSz="907005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87266" indent="-226752" algn="l" defTabSz="907005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40763" indent="-226752" algn="l" defTabSz="907005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494274" indent="-226752" algn="l" defTabSz="90700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47775" indent="-226752" algn="l" defTabSz="90700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01275" indent="-226752" algn="l" defTabSz="90700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54783" indent="-226752" algn="l" defTabSz="90700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0700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3506" algn="l" defTabSz="90700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07005" algn="l" defTabSz="90700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510" algn="l" defTabSz="90700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14020" algn="l" defTabSz="90700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67517" algn="l" defTabSz="90700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21020" algn="l" defTabSz="90700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74530" algn="l" defTabSz="90700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28029" algn="l" defTabSz="90700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 vert="horz" lIns="90816" tIns="45408" rIns="90816" bIns="45408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0816" tIns="45408" rIns="90816" bIns="45408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1" y="6356389"/>
            <a:ext cx="2133600" cy="365125"/>
          </a:xfrm>
          <a:prstGeom prst="rect">
            <a:avLst/>
          </a:prstGeom>
        </p:spPr>
        <p:txBody>
          <a:bodyPr vert="horz" lIns="90816" tIns="45408" rIns="90816" bIns="45408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08126"/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 defTabSz="908126"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3" y="6356389"/>
            <a:ext cx="2895600" cy="365125"/>
          </a:xfrm>
          <a:prstGeom prst="rect">
            <a:avLst/>
          </a:prstGeom>
        </p:spPr>
        <p:txBody>
          <a:bodyPr vert="horz" lIns="90816" tIns="45408" rIns="90816" bIns="45408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08126"/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89"/>
            <a:ext cx="2133600" cy="365125"/>
          </a:xfrm>
          <a:prstGeom prst="rect">
            <a:avLst/>
          </a:prstGeom>
        </p:spPr>
        <p:txBody>
          <a:bodyPr vert="horz" lIns="90816" tIns="45408" rIns="90816" bIns="45408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08126"/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 defTabSz="908126"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911656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ctr" defTabSz="908126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0544" indent="-340544" algn="l" defTabSz="908126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37856" indent="-283797" algn="l" defTabSz="908126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35161" indent="-227032" algn="l" defTabSz="908126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89228" indent="-227032" algn="l" defTabSz="908126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43286" indent="-227032" algn="l" defTabSz="908126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497354" indent="-227032" algn="l" defTabSz="908126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51418" indent="-227032" algn="l" defTabSz="908126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05480" indent="-227032" algn="l" defTabSz="908126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59549" indent="-227032" algn="l" defTabSz="908126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0812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4066" algn="l" defTabSz="90812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08126" algn="l" defTabSz="90812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2192" algn="l" defTabSz="90812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16260" algn="l" defTabSz="90812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70320" algn="l" defTabSz="90812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24382" algn="l" defTabSz="90812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78453" algn="l" defTabSz="90812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32513" algn="l" defTabSz="90812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 vert="horz" lIns="90944" tIns="45472" rIns="90944" bIns="45472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0944" tIns="45472" rIns="90944" bIns="45472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1" y="6356381"/>
            <a:ext cx="2133600" cy="365125"/>
          </a:xfrm>
          <a:prstGeom prst="rect">
            <a:avLst/>
          </a:prstGeom>
        </p:spPr>
        <p:txBody>
          <a:bodyPr vert="horz" lIns="90944" tIns="45472" rIns="90944" bIns="45472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09409"/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 defTabSz="909409"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3" y="6356381"/>
            <a:ext cx="2895600" cy="365125"/>
          </a:xfrm>
          <a:prstGeom prst="rect">
            <a:avLst/>
          </a:prstGeom>
        </p:spPr>
        <p:txBody>
          <a:bodyPr vert="horz" lIns="90944" tIns="45472" rIns="90944" bIns="45472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09409"/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81"/>
            <a:ext cx="2133600" cy="365125"/>
          </a:xfrm>
          <a:prstGeom prst="rect">
            <a:avLst/>
          </a:prstGeom>
        </p:spPr>
        <p:txBody>
          <a:bodyPr vert="horz" lIns="90944" tIns="45472" rIns="90944" bIns="45472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09409"/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 defTabSz="909409"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72500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ctr" defTabSz="909409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1026" indent="-341026" algn="l" defTabSz="909409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38897" indent="-284198" algn="l" defTabSz="909409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36764" indent="-227352" algn="l" defTabSz="909409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1472" indent="-227352" algn="l" defTabSz="909409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46173" indent="-227352" algn="l" defTabSz="909409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00882" indent="-227352" algn="l" defTabSz="909409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55588" indent="-227352" algn="l" defTabSz="909409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10292" indent="-227352" algn="l" defTabSz="909409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65003" indent="-227352" algn="l" defTabSz="909409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094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4707" algn="l" defTabSz="9094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09409" algn="l" defTabSz="9094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4117" algn="l" defTabSz="9094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18825" algn="l" defTabSz="9094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73527" algn="l" defTabSz="9094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28232" algn="l" defTabSz="9094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82941" algn="l" defTabSz="9094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37645" algn="l" defTabSz="9094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 vert="horz" lIns="91088" tIns="45544" rIns="91088" bIns="45544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088" tIns="45544" rIns="91088" bIns="45544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1" y="6356372"/>
            <a:ext cx="2133600" cy="365125"/>
          </a:xfrm>
          <a:prstGeom prst="rect">
            <a:avLst/>
          </a:prstGeom>
        </p:spPr>
        <p:txBody>
          <a:bodyPr vert="horz" lIns="91088" tIns="45544" rIns="91088" bIns="45544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0856"/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 defTabSz="910856"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3" y="6356372"/>
            <a:ext cx="2895600" cy="365125"/>
          </a:xfrm>
          <a:prstGeom prst="rect">
            <a:avLst/>
          </a:prstGeom>
        </p:spPr>
        <p:txBody>
          <a:bodyPr vert="horz" lIns="91088" tIns="45544" rIns="91088" bIns="45544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0856"/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72"/>
            <a:ext cx="2133600" cy="365125"/>
          </a:xfrm>
          <a:prstGeom prst="rect">
            <a:avLst/>
          </a:prstGeom>
        </p:spPr>
        <p:txBody>
          <a:bodyPr vert="horz" lIns="91088" tIns="45544" rIns="91088" bIns="45544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0856"/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 defTabSz="910856"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615645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ctr" defTabSz="910856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1569" indent="-341569" algn="l" defTabSz="910856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0070" indent="-284648" algn="l" defTabSz="910856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38571" indent="-227714" algn="l" defTabSz="910856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4000" indent="-227714" algn="l" defTabSz="910856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49431" indent="-227714" algn="l" defTabSz="910856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04857" indent="-227714" algn="l" defTabSz="910856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60285" indent="-227714" algn="l" defTabSz="910856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15714" indent="-227714" algn="l" defTabSz="910856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71143" indent="-227714" algn="l" defTabSz="910856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085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5429" algn="l" defTabSz="91085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0856" algn="l" defTabSz="91085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6286" algn="l" defTabSz="91085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1716" algn="l" defTabSz="91085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77141" algn="l" defTabSz="91085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2569" algn="l" defTabSz="91085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88000" algn="l" defTabSz="91085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43427" algn="l" defTabSz="91085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 vert="horz" lIns="91248" tIns="45624" rIns="91248" bIns="45624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248" tIns="45624" rIns="91248" bIns="45624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1" y="6356362"/>
            <a:ext cx="2133600" cy="365125"/>
          </a:xfrm>
          <a:prstGeom prst="rect">
            <a:avLst/>
          </a:prstGeom>
        </p:spPr>
        <p:txBody>
          <a:bodyPr vert="horz" lIns="91248" tIns="45624" rIns="91248" bIns="45624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2466"/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 defTabSz="912466"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3" y="6356362"/>
            <a:ext cx="2895600" cy="365125"/>
          </a:xfrm>
          <a:prstGeom prst="rect">
            <a:avLst/>
          </a:prstGeom>
        </p:spPr>
        <p:txBody>
          <a:bodyPr vert="horz" lIns="91248" tIns="45624" rIns="91248" bIns="45624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2466"/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62"/>
            <a:ext cx="2133600" cy="365125"/>
          </a:xfrm>
          <a:prstGeom prst="rect">
            <a:avLst/>
          </a:prstGeom>
        </p:spPr>
        <p:txBody>
          <a:bodyPr vert="horz" lIns="91248" tIns="45624" rIns="91248" bIns="45624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2466"/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 defTabSz="912466"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28811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ctr" defTabSz="912466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173" indent="-342173" algn="l" defTabSz="912466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1378" indent="-285150" algn="l" defTabSz="912466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0582" indent="-228116" algn="l" defTabSz="912466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6816" indent="-228116" algn="l" defTabSz="912466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3050" indent="-228116" algn="l" defTabSz="912466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09280" indent="-228116" algn="l" defTabSz="912466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65513" indent="-228116" algn="l" defTabSz="912466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1748" indent="-228116" algn="l" defTabSz="912466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77980" indent="-228116" algn="l" defTabSz="912466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24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233" algn="l" defTabSz="9124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2466" algn="l" defTabSz="9124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8699" algn="l" defTabSz="9124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4933" algn="l" defTabSz="9124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1163" algn="l" defTabSz="9124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7399" algn="l" defTabSz="9124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3630" algn="l" defTabSz="9124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49861" algn="l" defTabSz="9124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 vert="horz" lIns="91424" tIns="45712" rIns="91424" bIns="45712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24" tIns="45712" rIns="91424" bIns="45712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1" y="6356351"/>
            <a:ext cx="2133600" cy="365125"/>
          </a:xfrm>
          <a:prstGeom prst="rect">
            <a:avLst/>
          </a:prstGeom>
        </p:spPr>
        <p:txBody>
          <a:bodyPr vert="horz" lIns="91424" tIns="45712" rIns="91424" bIns="45712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239"/>
            <a:fld id="{D3863815-ACB1-462D-9553-E325180992FB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 defTabSz="914239"/>
              <a:t>01.02.2026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1" y="6356351"/>
            <a:ext cx="2895600" cy="365125"/>
          </a:xfrm>
          <a:prstGeom prst="rect">
            <a:avLst/>
          </a:prstGeom>
        </p:spPr>
        <p:txBody>
          <a:bodyPr vert="horz" lIns="91424" tIns="45712" rIns="91424" bIns="45712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239"/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24" tIns="45712" rIns="91424" bIns="45712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239"/>
            <a:fld id="{FD951727-0EEF-4920-BB2E-757644265576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 defTabSz="914239"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246360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ctr" defTabSz="914239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39" indent="-342839" algn="l" defTabSz="914239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819" indent="-285700" algn="l" defTabSz="914239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798" indent="-228560" algn="l" defTabSz="914239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918" indent="-228560" algn="l" defTabSz="914239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037" indent="-228560" algn="l" defTabSz="914239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156" indent="-228560" algn="l" defTabSz="914239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275" indent="-228560" algn="l" defTabSz="914239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95" indent="-228560" algn="l" defTabSz="914239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14" indent="-228560" algn="l" defTabSz="914239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23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19" algn="l" defTabSz="91423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39" algn="l" defTabSz="91423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58" algn="l" defTabSz="91423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77" algn="l" defTabSz="91423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96" algn="l" defTabSz="91423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716" algn="l" defTabSz="91423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835" algn="l" defTabSz="91423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54" algn="l" defTabSz="91423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1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416" tIns="45208" rIns="90416" bIns="45208"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0416" tIns="45208" rIns="90416" bIns="45208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228"/>
            <a:ext cx="3786690" cy="365125"/>
          </a:xfrm>
          <a:prstGeom prst="rect">
            <a:avLst/>
          </a:prstGeom>
        </p:spPr>
        <p:txBody>
          <a:bodyPr vert="horz" lIns="90416" tIns="45208" rIns="90416" bIns="45208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59450CA4-FFE0-4F34-80F0-3CF63FB6DDD7}" type="datetimeFigureOut">
              <a:rPr lang="ru-RU" smtClean="0">
                <a:solidFill>
                  <a:srgbClr val="073E87"/>
                </a:solidFill>
              </a:rPr>
              <a:pPr/>
              <a:t>01.02.2026</a:t>
            </a:fld>
            <a:endParaRPr lang="ru-RU">
              <a:solidFill>
                <a:srgbClr val="073E87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702" y="6250228"/>
            <a:ext cx="3786691" cy="365125"/>
          </a:xfrm>
          <a:prstGeom prst="rect">
            <a:avLst/>
          </a:prstGeom>
        </p:spPr>
        <p:txBody>
          <a:bodyPr vert="horz" lIns="90416" tIns="45208" rIns="90416" bIns="45208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ru-RU">
              <a:solidFill>
                <a:srgbClr val="073E87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90" y="6250227"/>
            <a:ext cx="1161826" cy="365125"/>
          </a:xfrm>
          <a:prstGeom prst="rect">
            <a:avLst/>
          </a:prstGeom>
        </p:spPr>
        <p:txBody>
          <a:bodyPr vert="horz" lIns="90416" tIns="45208" rIns="90416" bIns="45208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080F953F-876A-4BB7-87C9-FCFE94416D6C}" type="slidenum">
              <a:rPr lang="ru-RU" smtClean="0">
                <a:solidFill>
                  <a:srgbClr val="073E87"/>
                </a:solidFill>
              </a:rPr>
              <a:pPr/>
              <a:t>‹#›</a:t>
            </a:fld>
            <a:endParaRPr lang="ru-RU">
              <a:solidFill>
                <a:srgbClr val="073E87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0416" tIns="45208" rIns="90416" bIns="45208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600703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xStyles>
    <p:titleStyle>
      <a:lvl1pPr algn="ctr" defTabSz="904129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1240" indent="-271240" algn="l" defTabSz="904129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69792" indent="-271240" algn="l" defTabSz="904129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46064" indent="-226032" algn="l" defTabSz="904129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30168" indent="-226032" algn="l" defTabSz="904129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46612" indent="-226032" algn="l" defTabSz="904129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63055" indent="-226032" algn="l" defTabSz="904129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079503" indent="-226032" algn="l" defTabSz="904129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395950" indent="-226032" algn="l" defTabSz="904129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12390" indent="-226032" algn="l" defTabSz="904129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0412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2068" algn="l" defTabSz="90412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04129" algn="l" defTabSz="90412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56194" algn="l" defTabSz="90412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08269" algn="l" defTabSz="90412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60328" algn="l" defTabSz="90412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12390" algn="l" defTabSz="90412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64462" algn="l" defTabSz="90412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16528" algn="l" defTabSz="90412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4.xml"/><Relationship Id="rId4" Type="http://schemas.microsoft.com/office/2007/relationships/hdphoto" Target="../media/hdphoto1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5.xml"/><Relationship Id="rId4" Type="http://schemas.microsoft.com/office/2007/relationships/hdphoto" Target="../media/hdphoto2.wd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6.xml"/><Relationship Id="rId4" Type="http://schemas.microsoft.com/office/2007/relationships/hdphoto" Target="../media/hdphoto3.wdp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7.xml"/><Relationship Id="rId4" Type="http://schemas.microsoft.com/office/2007/relationships/hdphoto" Target="../media/hdphoto4.wdp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3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1.bin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13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1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692696"/>
            <a:ext cx="7772400" cy="1872208"/>
          </a:xfrm>
        </p:spPr>
        <p:txBody>
          <a:bodyPr>
            <a:noAutofit/>
          </a:bodyPr>
          <a:lstStyle/>
          <a:p>
            <a:pPr marR="3808">
              <a:lnSpc>
                <a:spcPct val="107000"/>
              </a:lnSpc>
              <a:spcAft>
                <a:spcPts val="150"/>
              </a:spcAft>
              <a:tabLst>
                <a:tab pos="3313891" algn="l"/>
              </a:tabLst>
            </a:pPr>
            <a:r>
              <a:rPr lang="ru-RU" sz="18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  <a:br>
              <a:rPr lang="ru-RU" sz="18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lang="ru-RU" sz="18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  <a:br>
              <a:rPr lang="ru-RU" sz="18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lang="ru-RU" sz="18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  <a:br>
              <a:rPr lang="ru-RU" sz="18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lang="ru-RU" sz="18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  <a:br>
              <a:rPr lang="ru-RU" sz="18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lang="ru-RU" sz="18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  <a:br>
              <a:rPr lang="ru-RU" sz="18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lang="ru-RU" sz="1800" dirty="0">
                <a:latin typeface="Times New Roman"/>
                <a:ea typeface="Calibri"/>
                <a:cs typeface="Times New Roman"/>
              </a:rPr>
              <a:t/>
            </a:r>
            <a:br>
              <a:rPr lang="ru-RU" sz="1800" dirty="0">
                <a:latin typeface="Times New Roman"/>
                <a:ea typeface="Calibri"/>
                <a:cs typeface="Times New Roman"/>
              </a:rPr>
            </a:br>
            <a:r>
              <a:rPr lang="ru-RU" sz="1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</a:t>
            </a:r>
            <a:r>
              <a:rPr lang="ru-RU" sz="1800" dirty="0">
                <a:latin typeface="Times New Roman"/>
                <a:ea typeface="Calibri"/>
                <a:cs typeface="Times New Roman"/>
              </a:rPr>
              <a:t/>
            </a:r>
            <a:br>
              <a:rPr lang="ru-RU" sz="1800" dirty="0">
                <a:latin typeface="Times New Roman"/>
                <a:ea typeface="Calibri"/>
                <a:cs typeface="Times New Roman"/>
              </a:rPr>
            </a:br>
            <a:endParaRPr lang="ru-RU" sz="18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11560" y="1152735"/>
            <a:ext cx="7920880" cy="5490975"/>
          </a:xfrm>
        </p:spPr>
        <p:txBody>
          <a:bodyPr>
            <a:normAutofit/>
          </a:bodyPr>
          <a:lstStyle/>
          <a:p>
            <a:r>
              <a:rPr lang="ru-RU" sz="3600" dirty="0" smtClean="0">
                <a:solidFill>
                  <a:srgbClr val="000000"/>
                </a:solidFill>
                <a:latin typeface="Times New Roman"/>
              </a:rPr>
              <a:t>«</a:t>
            </a:r>
            <a:r>
              <a:rPr lang="ru-RU" sz="3600" dirty="0">
                <a:solidFill>
                  <a:srgbClr val="000000"/>
                </a:solidFill>
                <a:latin typeface="Times New Roman"/>
              </a:rPr>
              <a:t>Виды, назначение и тактико-технические характеристики стрелкового оружия и ручных гранат Вооруженных Сил Российской Федерации (огневая подготовка</a:t>
            </a:r>
            <a:r>
              <a:rPr lang="ru-RU" sz="3600" dirty="0" smtClean="0">
                <a:solidFill>
                  <a:srgbClr val="000000"/>
                </a:solidFill>
                <a:latin typeface="Times New Roman"/>
              </a:rPr>
              <a:t>)»</a:t>
            </a:r>
          </a:p>
          <a:p>
            <a:r>
              <a:rPr lang="ru-RU" sz="5900" dirty="0">
                <a:solidFill>
                  <a:srgbClr val="000000"/>
                </a:solidFill>
                <a:latin typeface="Times New Roman"/>
              </a:rPr>
              <a:t>	</a:t>
            </a:r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pPr algn="r"/>
            <a:r>
              <a:rPr lang="ru-RU" dirty="0" smtClean="0">
                <a:solidFill>
                  <a:schemeClr val="tx1"/>
                </a:solidFill>
              </a:rPr>
              <a:t>Разработал: Токарев А.П.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16869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467545" y="1268760"/>
            <a:ext cx="8280920" cy="4857403"/>
          </a:xfrm>
        </p:spPr>
        <p:txBody>
          <a:bodyPr>
            <a:normAutofit lnSpcReduction="10000"/>
          </a:bodyPr>
          <a:lstStyle/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Мотострелковое отделение — это минимальная тактическая единица сухопутных войск РФ. Состоит из 6–10 бойцов, находящихся под командованием командира отделения.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В состав отделения входят: командир отделения (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мл.с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-т), наводчик-оператор БМП / наводчик пулемёта БТР / (ряд.), старший стрелок (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ефр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.), пулемётчик (ряд.), гранатомётчик (ряд.), помощник гранатомётчика (ряд.), 1-2 стрелка (ряд.), водитель-механик БМП / водитель БТР / (ряд.), снайпер (ряд.). Всего 9-10 бойцов. На вооружении МСО могут состоять БМП-2, БМП-3, БТР-80, БТР-90</a:t>
            </a:r>
            <a:r>
              <a:rPr lang="ru-RU" dirty="0" smtClean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. Исходя из этого проанализируйте таблицу следующего слайда и назовите вооружение мотострелкового взвода.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2373490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 descr="Отделение состав и вооружение. Организация и вооружение мотострелкового отделения на БТР. Структура мотострелкового отделения.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1556792"/>
            <a:ext cx="9144000" cy="530120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285719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457200" y="620688"/>
            <a:ext cx="8229600" cy="2376264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Изучение </a:t>
            </a:r>
            <a:r>
              <a:rPr lang="ru-RU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нового материала</a:t>
            </a:r>
            <a:br>
              <a:rPr lang="ru-RU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ru-RU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Вооружение мотострелкового отделения:</a:t>
            </a: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На вооружении МСО  имеются БМП (БТР), ручной пулемет Калашникова (РПК), ручной противотанковый гранатомет (РПГ), автоматы Калашникова (АК), ручные осколочные гранаты (РГ) и ручные кумулятивные противотанковые </a:t>
            </a:r>
            <a:r>
              <a:rPr lang="ru-RU" sz="2800" dirty="0">
                <a:latin typeface="Calibri"/>
                <a:ea typeface="Calibri"/>
                <a:cs typeface="Times New Roman"/>
              </a:rPr>
              <a:t/>
            </a:r>
            <a:br>
              <a:rPr lang="ru-RU" sz="2800" dirty="0">
                <a:latin typeface="Calibri"/>
                <a:ea typeface="Calibri"/>
                <a:cs typeface="Times New Roman"/>
              </a:rPr>
            </a:br>
            <a:endParaRPr lang="ru-RU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51520" y="2420888"/>
            <a:ext cx="8280920" cy="4248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3370343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872067" y="1772880"/>
            <a:ext cx="7408333" cy="4353347"/>
          </a:xfrm>
        </p:spPr>
        <p:txBody>
          <a:bodyPr/>
          <a:lstStyle/>
          <a:p>
            <a:r>
              <a:rPr lang="ru-RU" dirty="0" smtClean="0"/>
              <a:t> 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271240" indent="-271240">
              <a:spcBef>
                <a:spcPct val="20000"/>
              </a:spcBef>
            </a:pPr>
            <a:r>
              <a:rPr lang="ru-RU" sz="2600" b="1" dirty="0">
                <a:solidFill>
                  <a:srgbClr val="000000"/>
                </a:solidFill>
                <a:latin typeface="Times New Roman"/>
              </a:rPr>
              <a:t>Назначение и тактико-технические характеристики основных видов стрелкового оружия (АК-74, РПК, РПГ-7В, СВД). 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-1" y="1700808"/>
            <a:ext cx="9184912" cy="51571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4109305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амка 1"/>
          <p:cNvSpPr/>
          <p:nvPr/>
        </p:nvSpPr>
        <p:spPr>
          <a:xfrm>
            <a:off x="51524" y="0"/>
            <a:ext cx="9144000" cy="6858000"/>
          </a:xfrm>
          <a:prstGeom prst="frame">
            <a:avLst>
              <a:gd name="adj1" fmla="val 961"/>
            </a:avLst>
          </a:prstGeom>
          <a:solidFill>
            <a:srgbClr val="00B0F0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9250" tIns="39626" rIns="79250" bIns="39626" rtlCol="0" anchor="ctr"/>
          <a:lstStyle/>
          <a:p>
            <a:pPr algn="ctr" defTabSz="903970"/>
            <a:endParaRPr lang="ru-RU">
              <a:solidFill>
                <a:prstClr val="black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52415" y="440138"/>
            <a:ext cx="8743584" cy="357025"/>
          </a:xfrm>
          <a:prstGeom prst="rect">
            <a:avLst/>
          </a:prstGeom>
        </p:spPr>
        <p:txBody>
          <a:bodyPr wrap="square" lIns="79250" tIns="39626" rIns="79250" bIns="39626">
            <a:spAutoFit/>
          </a:bodyPr>
          <a:lstStyle/>
          <a:p>
            <a:pPr algn="just" defTabSz="903970"/>
            <a:r>
              <a:rPr lang="ru-RU" dirty="0">
                <a:solidFill>
                  <a:prstClr val="white"/>
                </a:solidFill>
              </a:rPr>
              <a:t>Предназначен для поражения живой силы и огневых средств противника.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634" y="40386"/>
            <a:ext cx="8866733" cy="35702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lIns="79250" tIns="39626" rIns="79250" bIns="39626" rtlCol="0">
            <a:spAutoFit/>
          </a:bodyPr>
          <a:lstStyle/>
          <a:p>
            <a:pPr algn="ctr" defTabSz="903970"/>
            <a:r>
              <a:rPr lang="ru-RU" dirty="0">
                <a:solidFill>
                  <a:prstClr val="white"/>
                </a:solidFill>
              </a:rPr>
              <a:t>Ручной пулемёт Калашникова «РПК»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1612" t="30750" r="1443" b="9919"/>
          <a:stretch/>
        </p:blipFill>
        <p:spPr>
          <a:xfrm>
            <a:off x="667170" y="817024"/>
            <a:ext cx="8338261" cy="3607027"/>
          </a:xfrm>
          <a:prstGeom prst="rect">
            <a:avLst/>
          </a:prstGeom>
        </p:spPr>
      </p:pic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410332645"/>
              </p:ext>
            </p:extLst>
          </p:nvPr>
        </p:nvGraphicFramePr>
        <p:xfrm>
          <a:off x="251732" y="3397168"/>
          <a:ext cx="6242735" cy="2931531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5181267"/>
                <a:gridCol w="1061468"/>
              </a:tblGrid>
              <a:tr h="312159">
                <a:tc gridSpan="2">
                  <a:txBody>
                    <a:bodyPr/>
                    <a:lstStyle/>
                    <a:p>
                      <a:pPr algn="just" fontAlgn="t">
                        <a:spcBef>
                          <a:spcPts val="550"/>
                        </a:spcBef>
                        <a:spcAft>
                          <a:spcPts val="550"/>
                        </a:spcAft>
                      </a:pPr>
                      <a:r>
                        <a:rPr lang="ru-RU" sz="1600" b="1" dirty="0"/>
                        <a:t>Тактико-технические характеристики</a:t>
                      </a:r>
                    </a:p>
                  </a:txBody>
                  <a:tcPr marL="59729" marR="59729" marT="31677" marB="31677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809771">
                <a:tc>
                  <a:txBody>
                    <a:bodyPr/>
                    <a:lstStyle/>
                    <a:p>
                      <a:pPr algn="just" fontAlgn="t">
                        <a:spcAft>
                          <a:spcPts val="0"/>
                        </a:spcAft>
                      </a:pPr>
                      <a:r>
                        <a:rPr lang="ru-RU" sz="1600" dirty="0"/>
                        <a:t>Масса  пулемета, кг:</a:t>
                      </a:r>
                    </a:p>
                    <a:p>
                      <a:pPr algn="just" fontAlgn="t">
                        <a:spcAft>
                          <a:spcPts val="0"/>
                        </a:spcAft>
                      </a:pPr>
                      <a:r>
                        <a:rPr lang="ru-RU" sz="1600" dirty="0"/>
                        <a:t>без патронов</a:t>
                      </a:r>
                    </a:p>
                    <a:p>
                      <a:pPr algn="just" fontAlgn="t">
                        <a:spcAft>
                          <a:spcPts val="0"/>
                        </a:spcAft>
                      </a:pPr>
                      <a:r>
                        <a:rPr lang="ru-RU" sz="1600" dirty="0"/>
                        <a:t>со снаряженным магазином</a:t>
                      </a:r>
                    </a:p>
                  </a:txBody>
                  <a:tcPr marL="59729" marR="59729" marT="31677" marB="31677" anchor="ctr"/>
                </a:tc>
                <a:tc>
                  <a:txBody>
                    <a:bodyPr/>
                    <a:lstStyle/>
                    <a:p>
                      <a:pPr algn="just" fontAlgn="t">
                        <a:spcAft>
                          <a:spcPts val="0"/>
                        </a:spcAft>
                      </a:pPr>
                      <a:r>
                        <a:rPr lang="ru-RU" sz="1600"/>
                        <a:t> </a:t>
                      </a:r>
                    </a:p>
                    <a:p>
                      <a:pPr algn="just" fontAlgn="t">
                        <a:spcAft>
                          <a:spcPts val="0"/>
                        </a:spcAft>
                      </a:pPr>
                      <a:r>
                        <a:rPr lang="ru-RU" sz="1600"/>
                        <a:t>5,06</a:t>
                      </a:r>
                    </a:p>
                    <a:p>
                      <a:pPr algn="just" fontAlgn="t">
                        <a:spcAft>
                          <a:spcPts val="0"/>
                        </a:spcAft>
                      </a:pPr>
                      <a:r>
                        <a:rPr lang="ru-RU" sz="1600"/>
                        <a:t>5,65</a:t>
                      </a:r>
                    </a:p>
                  </a:txBody>
                  <a:tcPr marL="59729" marR="59729" marT="31677" marB="31677" anchor="ctr"/>
                </a:tc>
              </a:tr>
              <a:tr h="312159">
                <a:tc>
                  <a:txBody>
                    <a:bodyPr/>
                    <a:lstStyle/>
                    <a:p>
                      <a:pPr algn="just" fontAlgn="t">
                        <a:spcAft>
                          <a:spcPts val="0"/>
                        </a:spcAft>
                      </a:pPr>
                      <a:r>
                        <a:rPr lang="ru-RU" sz="1600"/>
                        <a:t>Прицельная дальность стрельбы, м</a:t>
                      </a:r>
                    </a:p>
                  </a:txBody>
                  <a:tcPr marL="59729" marR="59729" marT="31677" marB="31677" anchor="ctr"/>
                </a:tc>
                <a:tc>
                  <a:txBody>
                    <a:bodyPr/>
                    <a:lstStyle/>
                    <a:p>
                      <a:pPr algn="just" fontAlgn="t">
                        <a:spcAft>
                          <a:spcPts val="0"/>
                        </a:spcAft>
                      </a:pPr>
                      <a:r>
                        <a:rPr lang="ru-RU" sz="1600"/>
                        <a:t>1000</a:t>
                      </a:r>
                    </a:p>
                  </a:txBody>
                  <a:tcPr marL="59729" marR="59729" marT="31677" marB="31677" anchor="ctr"/>
                </a:tc>
              </a:tr>
              <a:tr h="312159">
                <a:tc>
                  <a:txBody>
                    <a:bodyPr/>
                    <a:lstStyle/>
                    <a:p>
                      <a:pPr algn="just" fontAlgn="t">
                        <a:spcAft>
                          <a:spcPts val="0"/>
                        </a:spcAft>
                      </a:pPr>
                      <a:r>
                        <a:rPr lang="ru-RU" sz="1600"/>
                        <a:t>Начальная скорость пули,  м/с</a:t>
                      </a:r>
                    </a:p>
                  </a:txBody>
                  <a:tcPr marL="59729" marR="59729" marT="31677" marB="31677" anchor="ctr"/>
                </a:tc>
                <a:tc>
                  <a:txBody>
                    <a:bodyPr/>
                    <a:lstStyle/>
                    <a:p>
                      <a:pPr algn="just" fontAlgn="t">
                        <a:spcAft>
                          <a:spcPts val="0"/>
                        </a:spcAft>
                      </a:pPr>
                      <a:r>
                        <a:rPr lang="ru-RU" sz="1600"/>
                        <a:t>960</a:t>
                      </a:r>
                    </a:p>
                  </a:txBody>
                  <a:tcPr marL="59729" marR="59729" marT="31677" marB="31677" anchor="ctr"/>
                </a:tc>
              </a:tr>
              <a:tr h="312159">
                <a:tc>
                  <a:txBody>
                    <a:bodyPr/>
                    <a:lstStyle/>
                    <a:p>
                      <a:pPr algn="just" fontAlgn="t">
                        <a:spcAft>
                          <a:spcPts val="0"/>
                        </a:spcAft>
                      </a:pPr>
                      <a:r>
                        <a:rPr lang="ru-RU" sz="1600"/>
                        <a:t>Темп стрельбы, выстр./мин.</a:t>
                      </a:r>
                    </a:p>
                  </a:txBody>
                  <a:tcPr marL="59729" marR="59729" marT="31677" marB="31677" anchor="ctr"/>
                </a:tc>
                <a:tc>
                  <a:txBody>
                    <a:bodyPr/>
                    <a:lstStyle/>
                    <a:p>
                      <a:pPr algn="just" fontAlgn="t">
                        <a:spcAft>
                          <a:spcPts val="0"/>
                        </a:spcAft>
                      </a:pPr>
                      <a:r>
                        <a:rPr lang="ru-RU" sz="1600"/>
                        <a:t>600</a:t>
                      </a:r>
                    </a:p>
                  </a:txBody>
                  <a:tcPr marL="59729" marR="59729" marT="31677" marB="31677" anchor="ctr"/>
                </a:tc>
              </a:tr>
              <a:tr h="560965">
                <a:tc>
                  <a:txBody>
                    <a:bodyPr/>
                    <a:lstStyle/>
                    <a:p>
                      <a:pPr algn="just" fontAlgn="t">
                        <a:spcAft>
                          <a:spcPts val="0"/>
                        </a:spcAft>
                      </a:pPr>
                      <a:r>
                        <a:rPr lang="ru-RU" sz="1600"/>
                        <a:t>Боевая скорострельность одиночными/очередями,  выстр./мин.</a:t>
                      </a:r>
                    </a:p>
                  </a:txBody>
                  <a:tcPr marL="59729" marR="59729" marT="31677" marB="31677" anchor="ctr"/>
                </a:tc>
                <a:tc>
                  <a:txBody>
                    <a:bodyPr/>
                    <a:lstStyle/>
                    <a:p>
                      <a:pPr algn="just" fontAlgn="t">
                        <a:spcAft>
                          <a:spcPts val="0"/>
                        </a:spcAft>
                      </a:pPr>
                      <a:r>
                        <a:rPr lang="ru-RU" sz="1600"/>
                        <a:t>50/150</a:t>
                      </a:r>
                    </a:p>
                  </a:txBody>
                  <a:tcPr marL="59729" marR="59729" marT="31677" marB="31677" anchor="ctr"/>
                </a:tc>
              </a:tr>
              <a:tr h="312159">
                <a:tc>
                  <a:txBody>
                    <a:bodyPr/>
                    <a:lstStyle/>
                    <a:p>
                      <a:pPr algn="just" fontAlgn="t">
                        <a:spcAft>
                          <a:spcPts val="0"/>
                        </a:spcAft>
                      </a:pPr>
                      <a:r>
                        <a:rPr lang="ru-RU" sz="1600"/>
                        <a:t>Емкость магазина, патр.</a:t>
                      </a:r>
                    </a:p>
                  </a:txBody>
                  <a:tcPr marL="59729" marR="59729" marT="31677" marB="31677" anchor="ctr"/>
                </a:tc>
                <a:tc>
                  <a:txBody>
                    <a:bodyPr/>
                    <a:lstStyle/>
                    <a:p>
                      <a:pPr algn="just" fontAlgn="t">
                        <a:spcAft>
                          <a:spcPts val="0"/>
                        </a:spcAft>
                      </a:pPr>
                      <a:r>
                        <a:rPr lang="ru-RU" sz="1600" dirty="0"/>
                        <a:t>45</a:t>
                      </a:r>
                    </a:p>
                  </a:txBody>
                  <a:tcPr marL="59729" marR="59729" marT="31677" marB="31677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1175921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амка 1"/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961"/>
            </a:avLst>
          </a:prstGeom>
          <a:solidFill>
            <a:srgbClr val="00B0F0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9292" tIns="39647" rIns="79292" bIns="39647" rtlCol="0" anchor="ctr"/>
          <a:lstStyle/>
          <a:p>
            <a:pPr algn="ctr" defTabSz="904448"/>
            <a:endParaRPr lang="ru-RU">
              <a:solidFill>
                <a:prstClr val="black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60373" y="98184"/>
            <a:ext cx="8945055" cy="357067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lIns="79292" tIns="39647" rIns="79292" bIns="39647">
            <a:spAutoFit/>
          </a:bodyPr>
          <a:lstStyle/>
          <a:p>
            <a:pPr algn="ctr" defTabSz="904448"/>
            <a:r>
              <a:rPr lang="ru-RU" dirty="0">
                <a:solidFill>
                  <a:prstClr val="white"/>
                </a:solidFill>
              </a:rPr>
              <a:t>Ручной противотанковый гранатомет РПГ-7В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62673" y="490576"/>
            <a:ext cx="8942694" cy="1188064"/>
          </a:xfrm>
          <a:prstGeom prst="rect">
            <a:avLst/>
          </a:prstGeom>
        </p:spPr>
        <p:txBody>
          <a:bodyPr wrap="square" lIns="79292" tIns="39647" rIns="79292" bIns="39647">
            <a:spAutoFit/>
          </a:bodyPr>
          <a:lstStyle/>
          <a:p>
            <a:pPr algn="just" defTabSz="904448"/>
            <a:r>
              <a:rPr lang="ru-RU" dirty="0">
                <a:solidFill>
                  <a:prstClr val="white"/>
                </a:solidFill>
              </a:rPr>
              <a:t>Предназначен для борьбы с танками, самоходно-артиллерийскими установками и другими бронированными средствами противника. Кроме того, он может быть использован для уничтожения живой силы противника, находящейся в легких полевых укрытиях, а также в сооружениях городского типа.</a:t>
            </a:r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615289834"/>
              </p:ext>
            </p:extLst>
          </p:nvPr>
        </p:nvGraphicFramePr>
        <p:xfrm>
          <a:off x="4572002" y="1746723"/>
          <a:ext cx="4433367" cy="4882502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3386233"/>
                <a:gridCol w="1047134"/>
              </a:tblGrid>
              <a:tr h="548009">
                <a:tc gridSpan="2">
                  <a:txBody>
                    <a:bodyPr/>
                    <a:lstStyle/>
                    <a:p>
                      <a:pPr algn="just" fontAlgn="t"/>
                      <a:r>
                        <a:rPr lang="ru-RU" sz="1600" dirty="0"/>
                        <a:t>Тактико-технические характеристики</a:t>
                      </a:r>
                    </a:p>
                  </a:txBody>
                  <a:tcPr marL="59729" marR="59729" marT="31677" marB="31677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484609">
                <a:tc>
                  <a:txBody>
                    <a:bodyPr/>
                    <a:lstStyle/>
                    <a:p>
                      <a:pPr fontAlgn="t"/>
                      <a:r>
                        <a:rPr lang="ru-RU" sz="1600" dirty="0"/>
                        <a:t> </a:t>
                      </a:r>
                      <a:r>
                        <a:rPr lang="ru-RU" sz="1600" dirty="0" smtClean="0"/>
                        <a:t>Калибр</a:t>
                      </a:r>
                      <a:r>
                        <a:rPr lang="ru-RU" sz="1600" dirty="0"/>
                        <a:t>, мм</a:t>
                      </a:r>
                    </a:p>
                  </a:txBody>
                  <a:tcPr marL="59729" marR="59729" marT="31677" marB="31677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600" dirty="0" smtClean="0"/>
                        <a:t>40</a:t>
                      </a:r>
                      <a:endParaRPr lang="ru-RU" sz="1600" dirty="0"/>
                    </a:p>
                  </a:txBody>
                  <a:tcPr marL="0" marR="0" marT="0" marB="0"/>
                </a:tc>
              </a:tr>
              <a:tr h="769664">
                <a:tc>
                  <a:txBody>
                    <a:bodyPr/>
                    <a:lstStyle/>
                    <a:p>
                      <a:pPr fontAlgn="t"/>
                      <a:r>
                        <a:rPr lang="ru-RU" sz="1600" dirty="0"/>
                        <a:t>Длина:</a:t>
                      </a:r>
                    </a:p>
                    <a:p>
                      <a:pPr fontAlgn="t"/>
                      <a:r>
                        <a:rPr lang="ru-RU" sz="1600" dirty="0"/>
                        <a:t>в боевом положении, </a:t>
                      </a:r>
                      <a:r>
                        <a:rPr lang="ru-RU" sz="1600" dirty="0" smtClean="0"/>
                        <a:t>мм</a:t>
                      </a:r>
                      <a:endParaRPr lang="ru-RU" sz="1600" dirty="0"/>
                    </a:p>
                  </a:txBody>
                  <a:tcPr marL="59729" marR="59729" marT="31677" marB="31677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600" dirty="0"/>
                        <a:t> </a:t>
                      </a:r>
                    </a:p>
                    <a:p>
                      <a:pPr fontAlgn="t"/>
                      <a:r>
                        <a:rPr lang="ru-RU" sz="1600" dirty="0" smtClean="0"/>
                        <a:t>950</a:t>
                      </a:r>
                      <a:endParaRPr lang="ru-RU" sz="1600" dirty="0"/>
                    </a:p>
                  </a:txBody>
                  <a:tcPr marL="0" marR="0" marT="0" marB="0"/>
                </a:tc>
              </a:tr>
              <a:tr h="423887">
                <a:tc>
                  <a:txBody>
                    <a:bodyPr/>
                    <a:lstStyle/>
                    <a:p>
                      <a:pPr fontAlgn="t"/>
                      <a:r>
                        <a:rPr lang="ru-RU" sz="1600"/>
                        <a:t>Масса гранатомета, кг</a:t>
                      </a:r>
                    </a:p>
                  </a:txBody>
                  <a:tcPr marL="59729" marR="59729" marT="31677" marB="31677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600"/>
                        <a:t>6,3</a:t>
                      </a:r>
                    </a:p>
                  </a:txBody>
                  <a:tcPr marL="0" marR="0" marT="0" marB="0"/>
                </a:tc>
              </a:tr>
              <a:tr h="640582">
                <a:tc>
                  <a:txBody>
                    <a:bodyPr/>
                    <a:lstStyle/>
                    <a:p>
                      <a:pPr fontAlgn="t"/>
                      <a:r>
                        <a:rPr lang="ru-RU" sz="1600"/>
                        <a:t>Скорострельность, выстр./мин.</a:t>
                      </a:r>
                    </a:p>
                  </a:txBody>
                  <a:tcPr marL="59729" marR="59729" marT="31677" marB="31677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600"/>
                        <a:t>4-6</a:t>
                      </a:r>
                    </a:p>
                  </a:txBody>
                  <a:tcPr marL="0" marR="0" marT="0" marB="0"/>
                </a:tc>
              </a:tr>
              <a:tr h="771833">
                <a:tc>
                  <a:txBody>
                    <a:bodyPr/>
                    <a:lstStyle/>
                    <a:p>
                      <a:pPr fontAlgn="t"/>
                      <a:r>
                        <a:rPr lang="ru-RU" sz="1600" dirty="0" smtClean="0"/>
                        <a:t>Прицельная дальность стрельбы, м</a:t>
                      </a:r>
                      <a:endParaRPr lang="ru-RU" sz="1600" dirty="0"/>
                    </a:p>
                  </a:txBody>
                  <a:tcPr marL="59729" marR="59729" marT="31677" marB="31677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600" dirty="0" smtClean="0"/>
                        <a:t>500</a:t>
                      </a:r>
                      <a:endParaRPr lang="ru-RU" sz="1600" dirty="0"/>
                    </a:p>
                  </a:txBody>
                  <a:tcPr marL="0" marR="0" marT="0" marB="0"/>
                </a:tc>
              </a:tr>
              <a:tr h="1243918">
                <a:tc>
                  <a:txBody>
                    <a:bodyPr/>
                    <a:lstStyle/>
                    <a:p>
                      <a:pPr fontAlgn="t"/>
                      <a:r>
                        <a:rPr lang="ru-RU" sz="1600" dirty="0" smtClean="0"/>
                        <a:t>Снаряды (от 2,0,</a:t>
                      </a:r>
                      <a:r>
                        <a:rPr lang="ru-RU" sz="1600" baseline="0" dirty="0" smtClean="0"/>
                        <a:t> до 2,5 кг)</a:t>
                      </a:r>
                      <a:endParaRPr lang="ru-RU" sz="1600" dirty="0"/>
                    </a:p>
                  </a:txBody>
                  <a:tcPr marL="59729" marR="59729" marT="31677" marB="31677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600" dirty="0" smtClean="0"/>
                        <a:t>ПГ -7В, ПГ-7ВМ,  ПГ – 7ВС, ПГ – 7ВЛ и др. </a:t>
                      </a:r>
                      <a:endParaRPr lang="ru-RU" sz="1600" dirty="0"/>
                    </a:p>
                  </a:txBody>
                  <a:tcPr marL="0" marR="0" marT="0" marB="0"/>
                </a:tc>
              </a:tr>
            </a:tbl>
          </a:graphicData>
        </a:graphic>
      </p:graphicFrame>
      <p:pic>
        <p:nvPicPr>
          <p:cNvPr id="8" name="Рисунок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 rot="2728257">
            <a:off x="-850595" y="3163235"/>
            <a:ext cx="6311740" cy="1836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631346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амка 1"/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961"/>
            </a:avLst>
          </a:prstGeom>
          <a:solidFill>
            <a:srgbClr val="00B0F0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9348" tIns="39675" rIns="79348" bIns="39675" rtlCol="0" anchor="ctr"/>
          <a:lstStyle/>
          <a:p>
            <a:pPr algn="ctr" defTabSz="905087"/>
            <a:endParaRPr lang="ru-RU">
              <a:solidFill>
                <a:prstClr val="black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38633" y="98183"/>
            <a:ext cx="8928308" cy="357124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lIns="79348" tIns="39675" rIns="79348" bIns="39675">
            <a:spAutoFit/>
          </a:bodyPr>
          <a:lstStyle/>
          <a:p>
            <a:pPr algn="ctr" defTabSz="905087"/>
            <a:r>
              <a:rPr lang="ru-RU" dirty="0">
                <a:solidFill>
                  <a:prstClr val="white"/>
                </a:solidFill>
              </a:rPr>
              <a:t>Снайперская винтовка Драгунова (СВД)</a:t>
            </a:r>
          </a:p>
        </p:txBody>
      </p:sp>
      <p:graphicFrame>
        <p:nvGraphicFramePr>
          <p:cNvPr id="6" name="Содержимое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xmlns="" val="2343866818"/>
              </p:ext>
            </p:extLst>
          </p:nvPr>
        </p:nvGraphicFramePr>
        <p:xfrm>
          <a:off x="4387276" y="1012515"/>
          <a:ext cx="4556516" cy="5728858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3771038"/>
                <a:gridCol w="785478"/>
              </a:tblGrid>
              <a:tr h="270171">
                <a:tc>
                  <a:txBody>
                    <a:bodyPr/>
                    <a:lstStyle/>
                    <a:p>
                      <a:r>
                        <a:rPr lang="ru-RU" sz="1500" dirty="0" smtClean="0"/>
                        <a:t>Тактико-технические характеристики</a:t>
                      </a:r>
                      <a:endParaRPr lang="ru-RU" sz="1500" dirty="0"/>
                    </a:p>
                  </a:txBody>
                  <a:tcPr marL="78190" marR="7819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500" dirty="0"/>
                    </a:p>
                  </a:txBody>
                  <a:tcPr marL="78190" marR="78190" marT="0" marB="0" anchor="ctr"/>
                </a:tc>
              </a:tr>
              <a:tr h="270171">
                <a:tc>
                  <a:txBody>
                    <a:bodyPr/>
                    <a:lstStyle/>
                    <a:p>
                      <a:r>
                        <a:rPr lang="ru-RU" sz="1500" dirty="0" smtClean="0"/>
                        <a:t>Прицельная дальность, м:</a:t>
                      </a:r>
                      <a:endParaRPr lang="ru-RU" sz="1500" dirty="0"/>
                    </a:p>
                  </a:txBody>
                  <a:tcPr marL="78190" marR="7819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500" dirty="0" smtClean="0"/>
                        <a:t>СВД</a:t>
                      </a:r>
                      <a:endParaRPr lang="ru-RU" sz="1500" dirty="0"/>
                    </a:p>
                  </a:txBody>
                  <a:tcPr marL="78190" marR="78190" marT="0" marB="0" anchor="ctr"/>
                </a:tc>
              </a:tr>
              <a:tr h="457456">
                <a:tc>
                  <a:txBody>
                    <a:bodyPr/>
                    <a:lstStyle/>
                    <a:p>
                      <a:r>
                        <a:rPr lang="ru-RU" sz="1500" dirty="0" smtClean="0"/>
                        <a:t>              с открытым  (механическим) прицелом</a:t>
                      </a:r>
                      <a:endParaRPr lang="ru-RU" sz="1500" dirty="0"/>
                    </a:p>
                  </a:txBody>
                  <a:tcPr marL="78190" marR="7819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500" dirty="0" smtClean="0"/>
                        <a:t>1200</a:t>
                      </a:r>
                      <a:endParaRPr lang="ru-RU" sz="1500" dirty="0"/>
                    </a:p>
                  </a:txBody>
                  <a:tcPr marL="78190" marR="78190" marT="0" marB="0" anchor="ctr"/>
                </a:tc>
              </a:tr>
              <a:tr h="270171">
                <a:tc>
                  <a:txBody>
                    <a:bodyPr/>
                    <a:lstStyle/>
                    <a:p>
                      <a:r>
                        <a:rPr lang="ru-RU" sz="1500" dirty="0" smtClean="0"/>
                        <a:t>              с оптическим прицелом</a:t>
                      </a:r>
                      <a:endParaRPr lang="ru-RU" sz="1500" dirty="0"/>
                    </a:p>
                  </a:txBody>
                  <a:tcPr marL="78190" marR="7819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500" dirty="0" smtClean="0"/>
                        <a:t>1300</a:t>
                      </a:r>
                      <a:endParaRPr lang="ru-RU" sz="1500" dirty="0"/>
                    </a:p>
                  </a:txBody>
                  <a:tcPr marL="78190" marR="78190" marT="0" marB="0" anchor="ctr"/>
                </a:tc>
              </a:tr>
              <a:tr h="270171">
                <a:tc>
                  <a:txBody>
                    <a:bodyPr/>
                    <a:lstStyle/>
                    <a:p>
                      <a:r>
                        <a:rPr lang="ru-RU" sz="1500" dirty="0" smtClean="0"/>
                        <a:t>              с ночным прицелом</a:t>
                      </a:r>
                      <a:endParaRPr lang="ru-RU" sz="1500" dirty="0"/>
                    </a:p>
                  </a:txBody>
                  <a:tcPr marL="78190" marR="7819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500" dirty="0" smtClean="0"/>
                        <a:t>300</a:t>
                      </a:r>
                      <a:endParaRPr lang="ru-RU" sz="1500" dirty="0"/>
                    </a:p>
                  </a:txBody>
                  <a:tcPr marL="78190" marR="78190" marT="0" marB="0" anchor="ctr"/>
                </a:tc>
              </a:tr>
              <a:tr h="270171">
                <a:tc>
                  <a:txBody>
                    <a:bodyPr/>
                    <a:lstStyle/>
                    <a:p>
                      <a:r>
                        <a:rPr lang="ru-RU" sz="1500" dirty="0" smtClean="0"/>
                        <a:t>Боевая скорострельность, выстр./мин</a:t>
                      </a:r>
                      <a:endParaRPr lang="ru-RU" sz="1500" dirty="0"/>
                    </a:p>
                  </a:txBody>
                  <a:tcPr marL="78190" marR="7819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500" dirty="0" smtClean="0"/>
                        <a:t>30</a:t>
                      </a:r>
                      <a:endParaRPr lang="ru-RU" sz="1500" dirty="0"/>
                    </a:p>
                  </a:txBody>
                  <a:tcPr marL="78190" marR="78190" marT="0" marB="0" anchor="ctr"/>
                </a:tc>
              </a:tr>
              <a:tr h="270171">
                <a:tc>
                  <a:txBody>
                    <a:bodyPr/>
                    <a:lstStyle/>
                    <a:p>
                      <a:r>
                        <a:rPr lang="ru-RU" sz="1500" dirty="0" smtClean="0"/>
                        <a:t>Начальная скорость пули, м/с</a:t>
                      </a:r>
                      <a:endParaRPr lang="ru-RU" sz="1500" dirty="0"/>
                    </a:p>
                  </a:txBody>
                  <a:tcPr marL="78190" marR="7819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500" dirty="0" smtClean="0"/>
                        <a:t>830</a:t>
                      </a:r>
                      <a:endParaRPr lang="ru-RU" sz="1500" dirty="0"/>
                    </a:p>
                  </a:txBody>
                  <a:tcPr marL="78190" marR="78190" marT="0" marB="0" anchor="ctr"/>
                </a:tc>
              </a:tr>
              <a:tr h="491210">
                <a:tc>
                  <a:txBody>
                    <a:bodyPr/>
                    <a:lstStyle/>
                    <a:p>
                      <a:r>
                        <a:rPr lang="ru-RU" sz="1500" dirty="0" smtClean="0"/>
                        <a:t>Дальность полета пули при которой сохраняется ее убойное действие, м</a:t>
                      </a:r>
                      <a:endParaRPr lang="ru-RU" sz="1500" dirty="0"/>
                    </a:p>
                  </a:txBody>
                  <a:tcPr marL="78190" marR="7819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500" dirty="0" smtClean="0"/>
                        <a:t>3800</a:t>
                      </a:r>
                      <a:endParaRPr lang="ru-RU" sz="1500" dirty="0"/>
                    </a:p>
                  </a:txBody>
                  <a:tcPr marL="78190" marR="78190" marT="0" marB="0" anchor="ctr"/>
                </a:tc>
              </a:tr>
              <a:tr h="270171">
                <a:tc>
                  <a:txBody>
                    <a:bodyPr/>
                    <a:lstStyle/>
                    <a:p>
                      <a:r>
                        <a:rPr lang="ru-RU" sz="1500" dirty="0" smtClean="0"/>
                        <a:t>Масса без патронов и прицела , кг</a:t>
                      </a:r>
                      <a:endParaRPr lang="ru-RU" sz="1500" dirty="0"/>
                    </a:p>
                  </a:txBody>
                  <a:tcPr marL="78190" marR="7819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500" dirty="0" smtClean="0"/>
                        <a:t>4,3</a:t>
                      </a:r>
                      <a:endParaRPr lang="ru-RU" sz="1500" dirty="0"/>
                    </a:p>
                  </a:txBody>
                  <a:tcPr marL="78190" marR="78190" marT="0" marB="0" anchor="ctr"/>
                </a:tc>
              </a:tr>
              <a:tr h="270171">
                <a:tc>
                  <a:txBody>
                    <a:bodyPr/>
                    <a:lstStyle/>
                    <a:p>
                      <a:r>
                        <a:rPr lang="ru-RU" sz="1500" dirty="0" smtClean="0"/>
                        <a:t>Дальность прямого выстрела, м:</a:t>
                      </a:r>
                      <a:endParaRPr lang="ru-RU" sz="1500" dirty="0"/>
                    </a:p>
                  </a:txBody>
                  <a:tcPr marL="78190" marR="7819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500" dirty="0"/>
                    </a:p>
                  </a:txBody>
                  <a:tcPr marL="78190" marR="78190" marT="0" marB="0" anchor="ctr"/>
                </a:tc>
              </a:tr>
              <a:tr h="270171">
                <a:tc>
                  <a:txBody>
                    <a:bodyPr/>
                    <a:lstStyle/>
                    <a:p>
                      <a:r>
                        <a:rPr lang="ru-RU" sz="1500" dirty="0" smtClean="0"/>
                        <a:t>                по головной фигуре высотой 30 см</a:t>
                      </a:r>
                      <a:endParaRPr lang="ru-RU" sz="1500" dirty="0"/>
                    </a:p>
                  </a:txBody>
                  <a:tcPr marL="78190" marR="7819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500" dirty="0" smtClean="0"/>
                        <a:t>350</a:t>
                      </a:r>
                      <a:endParaRPr lang="ru-RU" sz="1500" dirty="0"/>
                    </a:p>
                  </a:txBody>
                  <a:tcPr marL="78190" marR="78190" marT="0" marB="0" anchor="ctr"/>
                </a:tc>
              </a:tr>
              <a:tr h="270171">
                <a:tc>
                  <a:txBody>
                    <a:bodyPr/>
                    <a:lstStyle/>
                    <a:p>
                      <a:r>
                        <a:rPr lang="ru-RU" sz="1500" dirty="0" smtClean="0"/>
                        <a:t>                по грудной фигуре высотой 50 см</a:t>
                      </a:r>
                      <a:endParaRPr lang="ru-RU" sz="1500" dirty="0"/>
                    </a:p>
                  </a:txBody>
                  <a:tcPr marL="78190" marR="7819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500" dirty="0" smtClean="0"/>
                        <a:t>430</a:t>
                      </a:r>
                      <a:endParaRPr lang="ru-RU" sz="1500" dirty="0"/>
                    </a:p>
                  </a:txBody>
                  <a:tcPr marL="78190" marR="78190" marT="0" marB="0" anchor="ctr"/>
                </a:tc>
              </a:tr>
              <a:tr h="270171">
                <a:tc>
                  <a:txBody>
                    <a:bodyPr/>
                    <a:lstStyle/>
                    <a:p>
                      <a:r>
                        <a:rPr lang="ru-RU" sz="1500" dirty="0" smtClean="0"/>
                        <a:t>                по бегущей фигуре высотой 170 см</a:t>
                      </a:r>
                      <a:endParaRPr lang="ru-RU" sz="1500" dirty="0"/>
                    </a:p>
                  </a:txBody>
                  <a:tcPr marL="78190" marR="7819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500" dirty="0" smtClean="0"/>
                        <a:t>640</a:t>
                      </a:r>
                      <a:endParaRPr lang="ru-RU" sz="1500" dirty="0"/>
                    </a:p>
                  </a:txBody>
                  <a:tcPr marL="78190" marR="78190" marT="0" marB="0" anchor="ctr"/>
                </a:tc>
              </a:tr>
              <a:tr h="270171">
                <a:tc>
                  <a:txBody>
                    <a:bodyPr/>
                    <a:lstStyle/>
                    <a:p>
                      <a:r>
                        <a:rPr lang="ru-RU" sz="1500" dirty="0" smtClean="0"/>
                        <a:t>Калибр, мм</a:t>
                      </a:r>
                      <a:endParaRPr lang="ru-RU" sz="1500" dirty="0"/>
                    </a:p>
                  </a:txBody>
                  <a:tcPr marL="78190" marR="7819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500" dirty="0" smtClean="0"/>
                        <a:t>7,62</a:t>
                      </a:r>
                      <a:endParaRPr lang="ru-RU" sz="1500" dirty="0"/>
                    </a:p>
                  </a:txBody>
                  <a:tcPr marL="78190" marR="78190" marT="0" marB="0" anchor="ctr"/>
                </a:tc>
              </a:tr>
              <a:tr h="270171">
                <a:tc>
                  <a:txBody>
                    <a:bodyPr/>
                    <a:lstStyle/>
                    <a:p>
                      <a:r>
                        <a:rPr lang="ru-RU" sz="1500" dirty="0" smtClean="0"/>
                        <a:t>Длина, мм</a:t>
                      </a:r>
                      <a:endParaRPr lang="ru-RU" sz="1500" dirty="0"/>
                    </a:p>
                  </a:txBody>
                  <a:tcPr marL="78190" marR="7819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500" dirty="0" smtClean="0"/>
                        <a:t>1220</a:t>
                      </a:r>
                      <a:endParaRPr lang="ru-RU" sz="1500" dirty="0"/>
                    </a:p>
                  </a:txBody>
                  <a:tcPr marL="78190" marR="78190" marT="0" marB="0" anchor="ctr"/>
                </a:tc>
              </a:tr>
              <a:tr h="270171">
                <a:tc>
                  <a:txBody>
                    <a:bodyPr/>
                    <a:lstStyle/>
                    <a:p>
                      <a:r>
                        <a:rPr lang="ru-RU" sz="1500" dirty="0" smtClean="0"/>
                        <a:t>Длина нарезной части ствола, мм</a:t>
                      </a:r>
                      <a:endParaRPr lang="ru-RU" sz="1500" dirty="0"/>
                    </a:p>
                  </a:txBody>
                  <a:tcPr marL="78190" marR="7819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500" dirty="0" smtClean="0"/>
                        <a:t>550</a:t>
                      </a:r>
                      <a:endParaRPr lang="ru-RU" sz="1500" dirty="0"/>
                    </a:p>
                  </a:txBody>
                  <a:tcPr marL="78190" marR="78190" marT="0" marB="0" anchor="ctr"/>
                </a:tc>
              </a:tr>
              <a:tr h="270171">
                <a:tc>
                  <a:txBody>
                    <a:bodyPr/>
                    <a:lstStyle/>
                    <a:p>
                      <a:r>
                        <a:rPr lang="ru-RU" sz="1500" dirty="0" smtClean="0"/>
                        <a:t>Число нарезов</a:t>
                      </a:r>
                      <a:endParaRPr lang="ru-RU" sz="1500" dirty="0"/>
                    </a:p>
                  </a:txBody>
                  <a:tcPr marL="78190" marR="7819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500" dirty="0" smtClean="0"/>
                        <a:t>4</a:t>
                      </a:r>
                      <a:endParaRPr lang="ru-RU" sz="1500" dirty="0"/>
                    </a:p>
                  </a:txBody>
                  <a:tcPr marL="78190" marR="78190" marT="0" marB="0" anchor="ctr"/>
                </a:tc>
              </a:tr>
              <a:tr h="457456">
                <a:tc>
                  <a:txBody>
                    <a:bodyPr/>
                    <a:lstStyle/>
                    <a:p>
                      <a:r>
                        <a:rPr lang="ru-RU" sz="1500" dirty="0" smtClean="0"/>
                        <a:t>Патрон, мм</a:t>
                      </a:r>
                      <a:endParaRPr lang="ru-RU" sz="1500" dirty="0"/>
                    </a:p>
                  </a:txBody>
                  <a:tcPr marL="78190" marR="7819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500" dirty="0" smtClean="0"/>
                        <a:t>7,62×54</a:t>
                      </a:r>
                      <a:r>
                        <a:rPr lang="en-US" sz="1500" dirty="0" smtClean="0"/>
                        <a:t>R</a:t>
                      </a:r>
                      <a:endParaRPr lang="ru-RU" sz="1500" dirty="0"/>
                    </a:p>
                  </a:txBody>
                  <a:tcPr marL="78190" marR="78190" marT="0" marB="0" anchor="ctr"/>
                </a:tc>
              </a:tr>
              <a:tr h="270171">
                <a:tc>
                  <a:txBody>
                    <a:bodyPr/>
                    <a:lstStyle/>
                    <a:p>
                      <a:r>
                        <a:rPr lang="ru-RU" sz="1500" dirty="0" smtClean="0"/>
                        <a:t>Емкость магазина, патронов</a:t>
                      </a:r>
                      <a:endParaRPr lang="ru-RU" sz="1500" dirty="0"/>
                    </a:p>
                  </a:txBody>
                  <a:tcPr marL="78190" marR="7819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500" dirty="0" smtClean="0"/>
                        <a:t>10</a:t>
                      </a:r>
                      <a:endParaRPr lang="ru-RU" sz="1500" dirty="0"/>
                    </a:p>
                  </a:txBody>
                  <a:tcPr marL="78190" marR="78190" marT="0" marB="0" anchor="ctr"/>
                </a:tc>
              </a:tr>
            </a:tbl>
          </a:graphicData>
        </a:graphic>
      </p:graphicFrame>
      <p:sp>
        <p:nvSpPr>
          <p:cNvPr id="7" name="Прямоугольник 6"/>
          <p:cNvSpPr/>
          <p:nvPr/>
        </p:nvSpPr>
        <p:spPr>
          <a:xfrm>
            <a:off x="138633" y="486141"/>
            <a:ext cx="8805159" cy="634123"/>
          </a:xfrm>
          <a:prstGeom prst="rect">
            <a:avLst/>
          </a:prstGeom>
        </p:spPr>
        <p:txBody>
          <a:bodyPr wrap="square" lIns="79348" tIns="39675" rIns="79348" bIns="39675">
            <a:spAutoFit/>
          </a:bodyPr>
          <a:lstStyle/>
          <a:p>
            <a:pPr algn="just" defTabSz="905087"/>
            <a:r>
              <a:rPr lang="ru-RU" dirty="0">
                <a:solidFill>
                  <a:prstClr val="white"/>
                </a:solidFill>
              </a:rPr>
              <a:t>Предназначена для поражения различных появляющихся, движущихся, открытых и замаскированных одиночных целей.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 rot="2919319">
            <a:off x="-1057150" y="2806777"/>
            <a:ext cx="6474549" cy="2451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165209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467544" y="332680"/>
            <a:ext cx="8280920" cy="3415415"/>
          </a:xfrm>
          <a:prstGeom prst="rect">
            <a:avLst/>
          </a:prstGeom>
        </p:spPr>
        <p:txBody>
          <a:bodyPr wrap="square" lIns="90544" tIns="45272" rIns="90544" bIns="45272">
            <a:spAutoFit/>
          </a:bodyPr>
          <a:lstStyle/>
          <a:p>
            <a:pPr algn="ctr" defTabSz="905406"/>
            <a:r>
              <a:rPr lang="ru-RU" sz="5400" b="1" kern="0" dirty="0">
                <a:solidFill>
                  <a:srgbClr val="00B0F0"/>
                </a:solidFill>
                <a:latin typeface="Times New Roman"/>
              </a:rPr>
              <a:t>Назначение и тактико-технические характеристики основных видов ручных </a:t>
            </a:r>
            <a:endParaRPr lang="ru-RU" sz="5400" kern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914966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амка 1"/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961"/>
            </a:avLst>
          </a:prstGeom>
          <a:solidFill>
            <a:srgbClr val="00B0F0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9418" tIns="39710" rIns="79418" bIns="39710" rtlCol="0" anchor="ctr"/>
          <a:lstStyle/>
          <a:p>
            <a:pPr algn="ctr" defTabSz="905886"/>
            <a:endParaRPr lang="ru-RU">
              <a:solidFill>
                <a:prstClr val="black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415719" y="1340768"/>
            <a:ext cx="8312562" cy="4550156"/>
          </a:xfrm>
          <a:prstGeom prst="rect">
            <a:avLst/>
          </a:prstGeom>
        </p:spPr>
        <p:txBody>
          <a:bodyPr wrap="square" lIns="79418" tIns="39710" rIns="79418" bIns="39710">
            <a:spAutoFit/>
          </a:bodyPr>
          <a:lstStyle/>
          <a:p>
            <a:pPr algn="just" defTabSz="905886"/>
            <a:r>
              <a:rPr lang="ru-RU" sz="2800" b="1" dirty="0" err="1">
                <a:solidFill>
                  <a:prstClr val="white"/>
                </a:solidFill>
              </a:rPr>
              <a:t>Грана́та</a:t>
            </a:r>
            <a:r>
              <a:rPr lang="ru-RU" sz="2800" dirty="0">
                <a:solidFill>
                  <a:prstClr val="white"/>
                </a:solidFill>
              </a:rPr>
              <a:t> (итал. </a:t>
            </a:r>
            <a:r>
              <a:rPr lang="ru-RU" sz="2800" dirty="0" err="1">
                <a:solidFill>
                  <a:prstClr val="white"/>
                </a:solidFill>
              </a:rPr>
              <a:t>granata</a:t>
            </a:r>
            <a:r>
              <a:rPr lang="ru-RU" sz="2800" dirty="0">
                <a:solidFill>
                  <a:prstClr val="white"/>
                </a:solidFill>
              </a:rPr>
              <a:t>, от лат. </a:t>
            </a:r>
            <a:r>
              <a:rPr lang="ru-RU" sz="2800" dirty="0" err="1">
                <a:solidFill>
                  <a:prstClr val="white"/>
                </a:solidFill>
              </a:rPr>
              <a:t>granatus</a:t>
            </a:r>
            <a:r>
              <a:rPr lang="ru-RU" sz="2800" dirty="0">
                <a:solidFill>
                  <a:prstClr val="white"/>
                </a:solidFill>
              </a:rPr>
              <a:t> – зернистый), боеприпас для поражения живой силы и техники противника в ближнем бою (на дальности до 1000 м) или создания условий, способствующих выполнению боевой задачи. Предназначена для метания рукой (ручная граната), с помощью порохового метательного заряда, в том числе реактивного двигателя на твёрдом топливе (граната как основной элемент </a:t>
            </a:r>
            <a:r>
              <a:rPr lang="ru-RU" sz="2800" dirty="0" err="1">
                <a:solidFill>
                  <a:prstClr val="white"/>
                </a:solidFill>
              </a:rPr>
              <a:t>гранатомётного</a:t>
            </a:r>
            <a:r>
              <a:rPr lang="ru-RU" sz="2800" dirty="0">
                <a:solidFill>
                  <a:prstClr val="white"/>
                </a:solidFill>
              </a:rPr>
              <a:t> выстрела) или патронов к стрелковому оружию (винтовочная граната).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7469" y="284206"/>
            <a:ext cx="2719806" cy="572638"/>
          </a:xfrm>
          <a:prstGeom prst="rect">
            <a:avLst/>
          </a:prstGeom>
          <a:noFill/>
        </p:spPr>
        <p:txBody>
          <a:bodyPr wrap="none" lIns="79418" tIns="39710" rIns="79418" bIns="39710" rtlCol="0">
            <a:spAutoFit/>
          </a:bodyPr>
          <a:lstStyle/>
          <a:p>
            <a:pPr defTabSz="905886"/>
            <a:r>
              <a:rPr lang="ru-RU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Определение:</a:t>
            </a:r>
            <a:endParaRPr lang="ru-RU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809257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амка 1"/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961"/>
            </a:avLst>
          </a:prstGeom>
          <a:solidFill>
            <a:srgbClr val="00B0F0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9502" tIns="39752" rIns="79502" bIns="39752" rtlCol="0" anchor="ctr"/>
          <a:lstStyle/>
          <a:p>
            <a:pPr algn="ctr" defTabSz="906845"/>
            <a:endParaRPr lang="ru-RU">
              <a:solidFill>
                <a:prstClr val="black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38636" y="620643"/>
            <a:ext cx="8758356" cy="6498072"/>
          </a:xfrm>
          <a:prstGeom prst="rect">
            <a:avLst/>
          </a:prstGeom>
        </p:spPr>
        <p:txBody>
          <a:bodyPr wrap="square" lIns="79502" tIns="39752" rIns="79502" bIns="39752">
            <a:spAutoFit/>
          </a:bodyPr>
          <a:lstStyle/>
          <a:p>
            <a:pPr defTabSz="906845"/>
            <a:r>
              <a:rPr lang="ru-RU" sz="2500" dirty="0">
                <a:solidFill>
                  <a:prstClr val="white"/>
                </a:solidFill>
              </a:rPr>
              <a:t>Противопехотные (осколочные) ручные гранаты по типу боя разделяются на:</a:t>
            </a:r>
          </a:p>
          <a:p>
            <a:pPr defTabSz="906845"/>
            <a:r>
              <a:rPr lang="ru-RU" sz="4200" b="1" dirty="0">
                <a:solidFill>
                  <a:prstClr val="white"/>
                </a:solidFill>
              </a:rPr>
              <a:t>наступательные и оборонительные</a:t>
            </a:r>
            <a:r>
              <a:rPr lang="ru-RU" sz="4200" dirty="0">
                <a:solidFill>
                  <a:prstClr val="white"/>
                </a:solidFill>
              </a:rPr>
              <a:t>.</a:t>
            </a:r>
          </a:p>
          <a:p>
            <a:pPr defTabSz="906845"/>
            <a:r>
              <a:rPr lang="ru-RU" sz="2500" b="1" dirty="0">
                <a:solidFill>
                  <a:prstClr val="white"/>
                </a:solidFill>
              </a:rPr>
              <a:t>Наступательная</a:t>
            </a:r>
            <a:r>
              <a:rPr lang="ru-RU" sz="2500" dirty="0">
                <a:solidFill>
                  <a:prstClr val="white"/>
                </a:solidFill>
              </a:rPr>
              <a:t> ручная граната, осколочная, дистанционного (ударно-дистанционного) действия предназначена для поражения живой силы противника в наступательном бою, как правило, имеет относительно небольшую по размеру зону поражения осколками (до 5–10 м), заметно уступающую средней дальности броска (30–40 м).</a:t>
            </a:r>
          </a:p>
          <a:p>
            <a:pPr defTabSz="906845"/>
            <a:r>
              <a:rPr lang="ru-RU" sz="2500" b="1" dirty="0">
                <a:solidFill>
                  <a:prstClr val="white"/>
                </a:solidFill>
              </a:rPr>
              <a:t>Оборонительная</a:t>
            </a:r>
            <a:r>
              <a:rPr lang="ru-RU" sz="2500" dirty="0">
                <a:solidFill>
                  <a:prstClr val="white"/>
                </a:solidFill>
              </a:rPr>
              <a:t> ручная граната, осколочная, дистанционного (ударно-дистанционного) действия для поражения живой силы противника в оборонительном бою. Оборонительные гранаты обычно применяются из укрытий, что позволяет реализовать существенно увеличенную величину убойного интервала осколков по сравнению с наступательными гранатами.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634" y="110163"/>
            <a:ext cx="8866733" cy="35727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79502" tIns="39752" rIns="79502" bIns="39752" rtlCol="0">
            <a:spAutoFit/>
          </a:bodyPr>
          <a:lstStyle/>
          <a:p>
            <a:pPr algn="ctr" defTabSz="906845"/>
            <a:r>
              <a:rPr lang="ru-RU" dirty="0">
                <a:solidFill>
                  <a:prstClr val="black"/>
                </a:solidFill>
              </a:rPr>
              <a:t>Классификация ручных гранат</a:t>
            </a:r>
          </a:p>
        </p:txBody>
      </p:sp>
    </p:spTree>
    <p:extLst>
      <p:ext uri="{BB962C8B-B14F-4D97-AF65-F5344CB8AC3E}">
        <p14:creationId xmlns:p14="http://schemas.microsoft.com/office/powerpoint/2010/main" xmlns="" val="702668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амка 1"/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961"/>
            </a:avLst>
          </a:prstGeom>
          <a:solidFill>
            <a:srgbClr val="00B0F0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9600" tIns="39801" rIns="79600" bIns="39801" rtlCol="0" anchor="ctr"/>
          <a:lstStyle/>
          <a:p>
            <a:pPr algn="ctr" defTabSz="907965"/>
            <a:endParaRPr lang="ru-RU">
              <a:solidFill>
                <a:prstClr val="black"/>
              </a:solidFill>
            </a:endParaRPr>
          </a:p>
        </p:txBody>
      </p:sp>
      <p:pic>
        <p:nvPicPr>
          <p:cNvPr id="5" name="Image 6"/>
          <p:cNvPicPr/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 xmlns="">
                  <a14:imgLayer r:embed="rId4">
                    <a14:imgEffect>
                      <a14:backgroundRemoval t="0" b="100000" l="0" r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H="1">
            <a:off x="1090080" y="1973662"/>
            <a:ext cx="2216683" cy="4308776"/>
          </a:xfrm>
          <a:prstGeom prst="rect">
            <a:avLst/>
          </a:prstGeom>
        </p:spPr>
      </p:pic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46902752"/>
              </p:ext>
            </p:extLst>
          </p:nvPr>
        </p:nvGraphicFramePr>
        <p:xfrm>
          <a:off x="4448852" y="1876821"/>
          <a:ext cx="4433367" cy="4687768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645229"/>
                <a:gridCol w="1788138"/>
              </a:tblGrid>
              <a:tr h="566161">
                <a:tc>
                  <a:txBody>
                    <a:bodyPr/>
                    <a:lstStyle/>
                    <a:p>
                      <a:r>
                        <a:rPr lang="ru-RU" sz="1500" dirty="0" smtClean="0"/>
                        <a:t>Тактико-технические</a:t>
                      </a:r>
                      <a:r>
                        <a:rPr lang="ru-RU" sz="1500" baseline="0" dirty="0" smtClean="0"/>
                        <a:t> характеристики</a:t>
                      </a:r>
                      <a:endParaRPr lang="ru-RU" sz="1500" dirty="0">
                        <a:solidFill>
                          <a:schemeClr val="bg1"/>
                        </a:solidFill>
                      </a:endParaRPr>
                    </a:p>
                  </a:txBody>
                  <a:tcPr marL="78191" marR="78191" marT="41468" marB="41468"/>
                </a:tc>
                <a:tc>
                  <a:txBody>
                    <a:bodyPr/>
                    <a:lstStyle/>
                    <a:p>
                      <a:r>
                        <a:rPr lang="ru-RU" sz="1500" dirty="0" smtClean="0"/>
                        <a:t>РГД - 5</a:t>
                      </a:r>
                      <a:endParaRPr lang="ru-RU" sz="1500" dirty="0">
                        <a:solidFill>
                          <a:schemeClr val="bg1"/>
                        </a:solidFill>
                      </a:endParaRPr>
                    </a:p>
                  </a:txBody>
                  <a:tcPr marL="78191" marR="78191" marT="41468" marB="41468"/>
                </a:tc>
              </a:tr>
              <a:tr h="318466">
                <a:tc>
                  <a:txBody>
                    <a:bodyPr/>
                    <a:lstStyle/>
                    <a:p>
                      <a:r>
                        <a:rPr lang="ru-RU" sz="1500" dirty="0" smtClean="0"/>
                        <a:t>Тип гранаты</a:t>
                      </a:r>
                      <a:endParaRPr lang="ru-RU" sz="1500" dirty="0">
                        <a:solidFill>
                          <a:schemeClr val="bg1"/>
                        </a:solidFill>
                      </a:endParaRPr>
                    </a:p>
                  </a:txBody>
                  <a:tcPr marL="78191" marR="78191" marT="41468" marB="41468"/>
                </a:tc>
                <a:tc>
                  <a:txBody>
                    <a:bodyPr/>
                    <a:lstStyle/>
                    <a:p>
                      <a:r>
                        <a:rPr lang="ru-RU" sz="1500" dirty="0" smtClean="0"/>
                        <a:t>Наступательная</a:t>
                      </a:r>
                      <a:endParaRPr lang="ru-RU" sz="1500" dirty="0">
                        <a:solidFill>
                          <a:schemeClr val="bg1"/>
                        </a:solidFill>
                      </a:endParaRPr>
                    </a:p>
                  </a:txBody>
                  <a:tcPr marL="78191" marR="78191" marT="41468" marB="41468"/>
                </a:tc>
              </a:tr>
              <a:tr h="318466">
                <a:tc>
                  <a:txBody>
                    <a:bodyPr/>
                    <a:lstStyle/>
                    <a:p>
                      <a:r>
                        <a:rPr lang="ru-RU" sz="1500" dirty="0" smtClean="0"/>
                        <a:t>Вес гранаты, г</a:t>
                      </a:r>
                      <a:endParaRPr lang="ru-RU" sz="1500" dirty="0">
                        <a:solidFill>
                          <a:schemeClr val="bg1"/>
                        </a:solidFill>
                      </a:endParaRPr>
                    </a:p>
                  </a:txBody>
                  <a:tcPr marL="78191" marR="78191" marT="41468" marB="41468"/>
                </a:tc>
                <a:tc>
                  <a:txBody>
                    <a:bodyPr/>
                    <a:lstStyle/>
                    <a:p>
                      <a:r>
                        <a:rPr lang="ru-RU" sz="1500" dirty="0" smtClean="0"/>
                        <a:t>310</a:t>
                      </a:r>
                      <a:endParaRPr lang="ru-RU" sz="1500" dirty="0">
                        <a:solidFill>
                          <a:schemeClr val="bg1"/>
                        </a:solidFill>
                      </a:endParaRPr>
                    </a:p>
                  </a:txBody>
                  <a:tcPr marL="78191" marR="78191" marT="41468" marB="41468"/>
                </a:tc>
              </a:tr>
              <a:tr h="552902">
                <a:tc>
                  <a:txBody>
                    <a:bodyPr/>
                    <a:lstStyle/>
                    <a:p>
                      <a:r>
                        <a:rPr lang="ru-RU" sz="1500" dirty="0" smtClean="0"/>
                        <a:t>Тип запала</a:t>
                      </a:r>
                      <a:endParaRPr lang="ru-RU" sz="1500" dirty="0">
                        <a:solidFill>
                          <a:schemeClr val="bg1"/>
                        </a:solidFill>
                      </a:endParaRPr>
                    </a:p>
                  </a:txBody>
                  <a:tcPr marL="78191" marR="78191" marT="41468" marB="41468"/>
                </a:tc>
                <a:tc>
                  <a:txBody>
                    <a:bodyPr/>
                    <a:lstStyle/>
                    <a:p>
                      <a:r>
                        <a:rPr lang="ru-RU" sz="1500" dirty="0" smtClean="0"/>
                        <a:t>УЗРГМ</a:t>
                      </a:r>
                    </a:p>
                    <a:p>
                      <a:r>
                        <a:rPr lang="ru-RU" sz="1500" dirty="0" smtClean="0"/>
                        <a:t> (дистанционный)</a:t>
                      </a:r>
                      <a:endParaRPr lang="ru-RU" sz="1500" dirty="0">
                        <a:solidFill>
                          <a:schemeClr val="bg1"/>
                        </a:solidFill>
                      </a:endParaRPr>
                    </a:p>
                  </a:txBody>
                  <a:tcPr marL="78191" marR="78191" marT="41468" marB="41468"/>
                </a:tc>
              </a:tr>
              <a:tr h="737898">
                <a:tc>
                  <a:txBody>
                    <a:bodyPr/>
                    <a:lstStyle/>
                    <a:p>
                      <a:r>
                        <a:rPr lang="ru-RU" sz="1500" dirty="0" smtClean="0"/>
                        <a:t>Время горения замедлителя запала, сек</a:t>
                      </a:r>
                      <a:endParaRPr lang="ru-RU" sz="1500" dirty="0">
                        <a:solidFill>
                          <a:schemeClr val="bg1"/>
                        </a:solidFill>
                      </a:endParaRPr>
                    </a:p>
                  </a:txBody>
                  <a:tcPr marL="78191" marR="78191" marT="41468" marB="41468"/>
                </a:tc>
                <a:tc>
                  <a:txBody>
                    <a:bodyPr/>
                    <a:lstStyle/>
                    <a:p>
                      <a:r>
                        <a:rPr lang="ru-RU" sz="1500" dirty="0" smtClean="0"/>
                        <a:t>3,2-4,2</a:t>
                      </a:r>
                      <a:endParaRPr lang="ru-RU" sz="1500" dirty="0">
                        <a:solidFill>
                          <a:schemeClr val="bg1"/>
                        </a:solidFill>
                      </a:endParaRPr>
                    </a:p>
                  </a:txBody>
                  <a:tcPr marL="78191" marR="78191" marT="41468" marB="41468"/>
                </a:tc>
              </a:tr>
              <a:tr h="566161">
                <a:tc>
                  <a:txBody>
                    <a:bodyPr/>
                    <a:lstStyle/>
                    <a:p>
                      <a:r>
                        <a:rPr lang="ru-RU" sz="1500" dirty="0" smtClean="0"/>
                        <a:t>Радиус разлёта убойных осколков,</a:t>
                      </a:r>
                      <a:r>
                        <a:rPr lang="ru-RU" sz="1500" baseline="0" dirty="0" smtClean="0"/>
                        <a:t> м</a:t>
                      </a:r>
                      <a:endParaRPr lang="ru-RU" sz="1500" dirty="0">
                        <a:solidFill>
                          <a:schemeClr val="bg1"/>
                        </a:solidFill>
                      </a:endParaRPr>
                    </a:p>
                  </a:txBody>
                  <a:tcPr marL="78191" marR="78191" marT="41468" marB="41468"/>
                </a:tc>
                <a:tc>
                  <a:txBody>
                    <a:bodyPr/>
                    <a:lstStyle/>
                    <a:p>
                      <a:r>
                        <a:rPr lang="ru-RU" sz="1500" dirty="0" smtClean="0"/>
                        <a:t>35</a:t>
                      </a:r>
                      <a:endParaRPr lang="ru-RU" sz="1500" dirty="0">
                        <a:solidFill>
                          <a:schemeClr val="bg1"/>
                        </a:solidFill>
                      </a:endParaRPr>
                    </a:p>
                  </a:txBody>
                  <a:tcPr marL="78191" marR="78191" marT="41468" marB="41468"/>
                </a:tc>
              </a:tr>
              <a:tr h="1061553">
                <a:tc>
                  <a:txBody>
                    <a:bodyPr/>
                    <a:lstStyle/>
                    <a:p>
                      <a:r>
                        <a:rPr lang="ru-RU" sz="1500" dirty="0" smtClean="0"/>
                        <a:t>Радиус</a:t>
                      </a:r>
                      <a:r>
                        <a:rPr lang="ru-RU" sz="1500" baseline="0" dirty="0" smtClean="0"/>
                        <a:t> зоны эффективного поражения живой силы, м</a:t>
                      </a:r>
                      <a:endParaRPr lang="ru-RU" sz="1500" dirty="0">
                        <a:solidFill>
                          <a:schemeClr val="bg1"/>
                        </a:solidFill>
                      </a:endParaRPr>
                    </a:p>
                  </a:txBody>
                  <a:tcPr marL="78191" marR="78191" marT="41468" marB="41468"/>
                </a:tc>
                <a:tc>
                  <a:txBody>
                    <a:bodyPr/>
                    <a:lstStyle/>
                    <a:p>
                      <a:r>
                        <a:rPr lang="ru-RU" sz="1500" dirty="0" smtClean="0"/>
                        <a:t>5</a:t>
                      </a:r>
                      <a:endParaRPr lang="ru-RU" sz="1500" dirty="0">
                        <a:solidFill>
                          <a:schemeClr val="bg1"/>
                        </a:solidFill>
                      </a:endParaRPr>
                    </a:p>
                  </a:txBody>
                  <a:tcPr marL="78191" marR="78191" marT="41468" marB="41468"/>
                </a:tc>
              </a:tr>
              <a:tr h="566161">
                <a:tc>
                  <a:txBody>
                    <a:bodyPr/>
                    <a:lstStyle/>
                    <a:p>
                      <a:r>
                        <a:rPr lang="ru-RU" sz="1500" dirty="0" smtClean="0"/>
                        <a:t>Средняя дальность броска, м</a:t>
                      </a:r>
                      <a:endParaRPr lang="ru-RU" sz="1500" dirty="0">
                        <a:solidFill>
                          <a:schemeClr val="bg1"/>
                        </a:solidFill>
                      </a:endParaRPr>
                    </a:p>
                  </a:txBody>
                  <a:tcPr marL="78191" marR="78191" marT="41468" marB="41468"/>
                </a:tc>
                <a:tc>
                  <a:txBody>
                    <a:bodyPr/>
                    <a:lstStyle/>
                    <a:p>
                      <a:r>
                        <a:rPr lang="ru-RU" sz="1500" dirty="0" smtClean="0"/>
                        <a:t>30-45</a:t>
                      </a:r>
                      <a:endParaRPr lang="ru-RU" sz="1500" dirty="0">
                        <a:solidFill>
                          <a:schemeClr val="bg1"/>
                        </a:solidFill>
                      </a:endParaRPr>
                    </a:p>
                  </a:txBody>
                  <a:tcPr marL="78191" marR="78191" marT="41468" marB="41468"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27634" y="150441"/>
            <a:ext cx="8805159" cy="418726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lIns="79600" tIns="39801" rIns="79600" bIns="39801" rtlCol="0">
            <a:spAutoFit/>
          </a:bodyPr>
          <a:lstStyle/>
          <a:p>
            <a:pPr algn="ctr" defTabSz="907965"/>
            <a:r>
              <a:rPr lang="ru-RU" sz="2100" b="1" dirty="0">
                <a:solidFill>
                  <a:prstClr val="black"/>
                </a:solidFill>
              </a:rPr>
              <a:t>Ручная осколочная граната РГД-5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200209" y="620660"/>
            <a:ext cx="8805159" cy="1188375"/>
          </a:xfrm>
          <a:prstGeom prst="rect">
            <a:avLst/>
          </a:prstGeom>
        </p:spPr>
        <p:txBody>
          <a:bodyPr wrap="square" lIns="79600" tIns="39801" rIns="79600" bIns="39801">
            <a:spAutoFit/>
          </a:bodyPr>
          <a:lstStyle/>
          <a:p>
            <a:pPr algn="just" defTabSz="907965"/>
            <a:r>
              <a:rPr lang="ru-RU" dirty="0">
                <a:solidFill>
                  <a:prstClr val="white"/>
                </a:solidFill>
              </a:rPr>
              <a:t>Граната дистанционного действия, предназначенная для поражения живой силы противника в наступлении и в обороне. Метание гранаты осуществляется из различных положений при действиях в пешем порядке и на</a:t>
            </a:r>
          </a:p>
          <a:p>
            <a:pPr algn="just" defTabSz="907965"/>
            <a:r>
              <a:rPr lang="ru-RU" dirty="0">
                <a:solidFill>
                  <a:prstClr val="white"/>
                </a:solidFill>
              </a:rPr>
              <a:t>бронетранспортере (автомобиле). </a:t>
            </a:r>
          </a:p>
        </p:txBody>
      </p:sp>
    </p:spTree>
    <p:extLst>
      <p:ext uri="{BB962C8B-B14F-4D97-AF65-F5344CB8AC3E}">
        <p14:creationId xmlns:p14="http://schemas.microsoft.com/office/powerpoint/2010/main" xmlns="" val="1150640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амка 1"/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961"/>
            </a:avLst>
          </a:prstGeom>
          <a:solidFill>
            <a:srgbClr val="00B0F0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9712" tIns="39857" rIns="79712" bIns="39857" rtlCol="0" anchor="ctr"/>
          <a:lstStyle/>
          <a:p>
            <a:pPr algn="ctr" defTabSz="909249"/>
            <a:endParaRPr lang="ru-RU">
              <a:solidFill>
                <a:prstClr val="black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7634" y="150441"/>
            <a:ext cx="8805159" cy="418726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lIns="79712" tIns="39857" rIns="79712" bIns="39857" rtlCol="0">
            <a:spAutoFit/>
          </a:bodyPr>
          <a:lstStyle/>
          <a:p>
            <a:pPr algn="ctr" defTabSz="909249"/>
            <a:r>
              <a:rPr lang="ru-RU" sz="2100" b="1" dirty="0">
                <a:solidFill>
                  <a:prstClr val="black"/>
                </a:solidFill>
              </a:rPr>
              <a:t>Ручная осколочная граната Ф-1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200695" y="702614"/>
            <a:ext cx="8654585" cy="1188488"/>
          </a:xfrm>
          <a:prstGeom prst="rect">
            <a:avLst/>
          </a:prstGeom>
        </p:spPr>
        <p:txBody>
          <a:bodyPr wrap="square" lIns="79712" tIns="39857" rIns="79712" bIns="39857">
            <a:spAutoFit/>
          </a:bodyPr>
          <a:lstStyle/>
          <a:p>
            <a:pPr algn="just" defTabSz="909249"/>
            <a:r>
              <a:rPr lang="ru-RU" dirty="0">
                <a:solidFill>
                  <a:prstClr val="white"/>
                </a:solidFill>
              </a:rPr>
              <a:t>Граната дистанционного действия, предназначенная для поражения живой силы преимущественно в оборонительном бою. Метать гранату можно из различных положений и только из-за укрытия, из бронетранспортера или танка (самоходно-артиллерийской установки). </a:t>
            </a: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074825042"/>
              </p:ext>
            </p:extLst>
          </p:nvPr>
        </p:nvGraphicFramePr>
        <p:xfrm>
          <a:off x="4656378" y="1958808"/>
          <a:ext cx="4198905" cy="4736219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447393"/>
                <a:gridCol w="1751512"/>
              </a:tblGrid>
              <a:tr h="636781"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Тактико-технические</a:t>
                      </a:r>
                      <a:r>
                        <a:rPr lang="ru-RU" sz="1600" baseline="0" dirty="0" smtClean="0"/>
                        <a:t> характеристики</a:t>
                      </a:r>
                      <a:endParaRPr lang="ru-RU" sz="1600" dirty="0"/>
                    </a:p>
                  </a:txBody>
                  <a:tcPr marL="78191" marR="78191" marT="41468" marB="41468"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Ф-1</a:t>
                      </a:r>
                      <a:endParaRPr lang="ru-RU" sz="1600" dirty="0"/>
                    </a:p>
                  </a:txBody>
                  <a:tcPr marL="78191" marR="78191" marT="41468" marB="41468"/>
                </a:tc>
              </a:tr>
              <a:tr h="368929"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Тип гранаты</a:t>
                      </a:r>
                      <a:endParaRPr lang="ru-RU" sz="1600" dirty="0"/>
                    </a:p>
                  </a:txBody>
                  <a:tcPr marL="78191" marR="78191" marT="41468" marB="41468"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Оборонительная</a:t>
                      </a:r>
                      <a:endParaRPr lang="ru-RU" sz="1600" dirty="0"/>
                    </a:p>
                  </a:txBody>
                  <a:tcPr marL="78191" marR="78191" marT="41468" marB="41468"/>
                </a:tc>
              </a:tr>
              <a:tr h="368929"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Вес гранаты, г</a:t>
                      </a:r>
                      <a:endParaRPr lang="ru-RU" sz="1600" dirty="0"/>
                    </a:p>
                  </a:txBody>
                  <a:tcPr marL="78191" marR="78191" marT="41468" marB="41468"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600</a:t>
                      </a:r>
                      <a:endParaRPr lang="ru-RU" sz="1600" dirty="0"/>
                    </a:p>
                  </a:txBody>
                  <a:tcPr marL="78191" marR="78191" marT="41468" marB="41468"/>
                </a:tc>
              </a:tr>
              <a:tr h="636781"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Тип запала</a:t>
                      </a:r>
                      <a:endParaRPr lang="ru-RU" sz="1600" dirty="0"/>
                    </a:p>
                  </a:txBody>
                  <a:tcPr marL="78191" marR="78191" marT="41468" marB="41468"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УЗРГМ (дистанционный)</a:t>
                      </a:r>
                    </a:p>
                  </a:txBody>
                  <a:tcPr marL="78191" marR="78191" marT="41468" marB="41468"/>
                </a:tc>
              </a:tr>
              <a:tr h="636781"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Время горения замедлителя запала, сек</a:t>
                      </a:r>
                      <a:endParaRPr lang="ru-RU" sz="1600" dirty="0"/>
                    </a:p>
                  </a:txBody>
                  <a:tcPr marL="78191" marR="78191" marT="41468" marB="41468"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3,2-4,2</a:t>
                      </a:r>
                      <a:endParaRPr lang="ru-RU" sz="1600" dirty="0"/>
                    </a:p>
                  </a:txBody>
                  <a:tcPr marL="78191" marR="78191" marT="41468" marB="41468"/>
                </a:tc>
              </a:tr>
              <a:tr h="636781"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Радиус разлёта убойных осколков,</a:t>
                      </a:r>
                      <a:r>
                        <a:rPr lang="ru-RU" sz="1600" baseline="0" dirty="0" smtClean="0"/>
                        <a:t> м</a:t>
                      </a:r>
                      <a:endParaRPr lang="ru-RU" sz="1600" dirty="0"/>
                    </a:p>
                  </a:txBody>
                  <a:tcPr marL="78191" marR="78191" marT="41468" marB="41468"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200</a:t>
                      </a:r>
                      <a:endParaRPr lang="ru-RU" sz="1600" dirty="0"/>
                    </a:p>
                  </a:txBody>
                  <a:tcPr marL="78191" marR="78191" marT="41468" marB="41468"/>
                </a:tc>
              </a:tr>
              <a:tr h="814456"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Радиус</a:t>
                      </a:r>
                      <a:r>
                        <a:rPr lang="ru-RU" sz="1600" baseline="0" dirty="0" smtClean="0"/>
                        <a:t> зоны эффективного поражения живой силы, м</a:t>
                      </a:r>
                      <a:endParaRPr lang="ru-RU" sz="1600" dirty="0"/>
                    </a:p>
                  </a:txBody>
                  <a:tcPr marL="78191" marR="78191" marT="41468" marB="41468"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7</a:t>
                      </a:r>
                      <a:endParaRPr lang="ru-RU" sz="1600" dirty="0"/>
                    </a:p>
                  </a:txBody>
                  <a:tcPr marL="78191" marR="78191" marT="41468" marB="41468"/>
                </a:tc>
              </a:tr>
              <a:tr h="636781"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Средняя дальность броска, м</a:t>
                      </a:r>
                      <a:endParaRPr lang="ru-RU" sz="1600" dirty="0"/>
                    </a:p>
                  </a:txBody>
                  <a:tcPr marL="78191" marR="78191" marT="41468" marB="41468"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20-40</a:t>
                      </a:r>
                      <a:endParaRPr lang="ru-RU" sz="1600" dirty="0"/>
                    </a:p>
                  </a:txBody>
                  <a:tcPr marL="78191" marR="78191" marT="41468" marB="41468"/>
                </a:tc>
              </a:tr>
            </a:tbl>
          </a:graphicData>
        </a:graphic>
      </p:graphicFrame>
      <p:pic>
        <p:nvPicPr>
          <p:cNvPr id="7" name="Image 21"/>
          <p:cNvPicPr/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 xmlns="">
                  <a14:imgLayer r:embed="rId4">
                    <a14:imgEffect>
                      <a14:backgroundRemoval t="0" b="100000" l="0" r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H="1">
            <a:off x="1294678" y="2049230"/>
            <a:ext cx="2031960" cy="4468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50615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амка 1"/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961"/>
            </a:avLst>
          </a:prstGeom>
          <a:solidFill>
            <a:srgbClr val="00B0F0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9839" tIns="39920" rIns="79839" bIns="39920" rtlCol="0" anchor="ctr"/>
          <a:lstStyle/>
          <a:p>
            <a:pPr algn="ctr" defTabSz="910695"/>
            <a:endParaRPr lang="ru-RU">
              <a:solidFill>
                <a:prstClr val="black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7634" y="150441"/>
            <a:ext cx="8805159" cy="418726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lIns="79839" tIns="39920" rIns="79839" bIns="39920" rtlCol="0">
            <a:spAutoFit/>
          </a:bodyPr>
          <a:lstStyle/>
          <a:p>
            <a:pPr algn="ctr" defTabSz="910695"/>
            <a:r>
              <a:rPr lang="ru-RU" sz="2100" b="1" dirty="0">
                <a:solidFill>
                  <a:prstClr val="black"/>
                </a:solidFill>
              </a:rPr>
              <a:t>Ручная осколочная граната РГН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207907" y="751274"/>
            <a:ext cx="8654585" cy="911616"/>
          </a:xfrm>
          <a:prstGeom prst="rect">
            <a:avLst/>
          </a:prstGeom>
        </p:spPr>
        <p:txBody>
          <a:bodyPr wrap="square" lIns="79839" tIns="39920" rIns="79839" bIns="39920">
            <a:spAutoFit/>
          </a:bodyPr>
          <a:lstStyle/>
          <a:p>
            <a:pPr algn="just" defTabSz="910695"/>
            <a:r>
              <a:rPr lang="ru-RU" dirty="0">
                <a:solidFill>
                  <a:prstClr val="white"/>
                </a:solidFill>
              </a:rPr>
              <a:t>Предназначена для поражения живой силы противника в наступательном бою, в различных условиях местности и в любое время года при температуре окружающего воздуха от плюс 50° до минус 50° С.</a:t>
            </a:r>
          </a:p>
        </p:txBody>
      </p:sp>
      <p:pic>
        <p:nvPicPr>
          <p:cNvPr id="5" name="Image 16"/>
          <p:cNvPicPr/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 xmlns="">
                  <a14:imgLayer r:embed="rId4">
                    <a14:imgEffect>
                      <a14:backgroundRemoval t="0" b="100000" l="0" r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H="1">
            <a:off x="754379" y="1861549"/>
            <a:ext cx="3017152" cy="4724330"/>
          </a:xfrm>
          <a:prstGeom prst="rect">
            <a:avLst/>
          </a:prstGeom>
        </p:spPr>
      </p:pic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723089794"/>
              </p:ext>
            </p:extLst>
          </p:nvPr>
        </p:nvGraphicFramePr>
        <p:xfrm>
          <a:off x="4570679" y="1711566"/>
          <a:ext cx="4291818" cy="4893182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145909"/>
                <a:gridCol w="2145909"/>
              </a:tblGrid>
              <a:tr h="580547"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Тактико-технические</a:t>
                      </a:r>
                      <a:r>
                        <a:rPr lang="ru-RU" sz="1600" baseline="0" dirty="0" smtClean="0"/>
                        <a:t> характеристики</a:t>
                      </a:r>
                      <a:endParaRPr lang="ru-RU" sz="1600" dirty="0"/>
                    </a:p>
                  </a:txBody>
                  <a:tcPr marL="78191" marR="78191" marT="41468" marB="41468"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РГН</a:t>
                      </a:r>
                      <a:endParaRPr lang="ru-RU" sz="1600" dirty="0"/>
                    </a:p>
                  </a:txBody>
                  <a:tcPr marL="78191" marR="78191" marT="41468" marB="41468"/>
                </a:tc>
              </a:tr>
              <a:tr h="331741"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Тип гранаты</a:t>
                      </a:r>
                      <a:endParaRPr lang="ru-RU" sz="1600" dirty="0"/>
                    </a:p>
                  </a:txBody>
                  <a:tcPr marL="78191" marR="78191" marT="41468" marB="41468"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Наступательная</a:t>
                      </a:r>
                      <a:endParaRPr lang="ru-RU" sz="1600" dirty="0"/>
                    </a:p>
                  </a:txBody>
                  <a:tcPr marL="78191" marR="78191" marT="41468" marB="41468"/>
                </a:tc>
              </a:tr>
              <a:tr h="331741"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Вес гранаты, г</a:t>
                      </a:r>
                      <a:endParaRPr lang="ru-RU" sz="1600" dirty="0"/>
                    </a:p>
                  </a:txBody>
                  <a:tcPr marL="78191" marR="78191" marT="41468" marB="41468"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310</a:t>
                      </a:r>
                      <a:endParaRPr lang="ru-RU" sz="1600" dirty="0"/>
                    </a:p>
                  </a:txBody>
                  <a:tcPr marL="78191" marR="78191" marT="41468" marB="41468"/>
                </a:tc>
              </a:tr>
              <a:tr h="580547"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Тип запала</a:t>
                      </a:r>
                      <a:endParaRPr lang="ru-RU" sz="1600" dirty="0"/>
                    </a:p>
                  </a:txBody>
                  <a:tcPr marL="78191" marR="78191" marT="41468" marB="41468"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УЗД (ударно-дистанционный)</a:t>
                      </a:r>
                      <a:endParaRPr lang="ru-RU" sz="1600" dirty="0"/>
                    </a:p>
                  </a:txBody>
                  <a:tcPr marL="78191" marR="78191" marT="41468" marB="41468"/>
                </a:tc>
              </a:tr>
              <a:tr h="829353"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Время горения замедлителя запала, сек</a:t>
                      </a:r>
                      <a:endParaRPr lang="ru-RU" sz="1600" dirty="0"/>
                    </a:p>
                  </a:txBody>
                  <a:tcPr marL="78191" marR="78191" marT="41468" marB="41468"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3,3</a:t>
                      </a:r>
                      <a:r>
                        <a:rPr lang="ru-RU" sz="1600" baseline="0" dirty="0" smtClean="0"/>
                        <a:t> – 4,3</a:t>
                      </a:r>
                      <a:endParaRPr lang="ru-RU" sz="1600" dirty="0"/>
                    </a:p>
                  </a:txBody>
                  <a:tcPr marL="78191" marR="78191" marT="41468" marB="41468"/>
                </a:tc>
              </a:tr>
              <a:tr h="580547"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Радиус разлёта убойных осколков,</a:t>
                      </a:r>
                      <a:r>
                        <a:rPr lang="ru-RU" sz="1600" baseline="0" dirty="0" smtClean="0"/>
                        <a:t> м</a:t>
                      </a:r>
                      <a:endParaRPr lang="ru-RU" sz="1600" dirty="0"/>
                    </a:p>
                  </a:txBody>
                  <a:tcPr marL="78191" marR="78191" marT="41468" marB="41468"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24</a:t>
                      </a:r>
                      <a:endParaRPr lang="ru-RU" sz="1600" dirty="0"/>
                    </a:p>
                  </a:txBody>
                  <a:tcPr marL="78191" marR="78191" marT="41468" marB="41468"/>
                </a:tc>
              </a:tr>
              <a:tr h="1078159"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Радиус</a:t>
                      </a:r>
                      <a:r>
                        <a:rPr lang="ru-RU" sz="1600" baseline="0" dirty="0" smtClean="0"/>
                        <a:t> зоны эффективного поражения живой силы, м</a:t>
                      </a:r>
                      <a:endParaRPr lang="ru-RU" sz="1600" dirty="0"/>
                    </a:p>
                  </a:txBody>
                  <a:tcPr marL="78191" marR="78191" marT="41468" marB="41468"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8</a:t>
                      </a:r>
                      <a:endParaRPr lang="ru-RU" sz="1600" dirty="0"/>
                    </a:p>
                  </a:txBody>
                  <a:tcPr marL="78191" marR="78191" marT="41468" marB="41468"/>
                </a:tc>
              </a:tr>
              <a:tr h="580547"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Средняя дальность броска, м</a:t>
                      </a:r>
                      <a:endParaRPr lang="ru-RU" sz="1600" dirty="0"/>
                    </a:p>
                  </a:txBody>
                  <a:tcPr marL="78191" marR="78191" marT="41468" marB="41468"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30-45</a:t>
                      </a:r>
                      <a:endParaRPr lang="ru-RU" sz="1600" dirty="0"/>
                    </a:p>
                  </a:txBody>
                  <a:tcPr marL="78191" marR="78191" marT="41468" marB="41468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1367758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амка 1"/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961"/>
            </a:avLst>
          </a:prstGeom>
          <a:solidFill>
            <a:srgbClr val="00B0F0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9979" tIns="39990" rIns="79979" bIns="39990" rtlCol="0" anchor="ctr"/>
          <a:lstStyle/>
          <a:p>
            <a:pPr algn="ctr" defTabSz="912305"/>
            <a:endParaRPr lang="ru-RU">
              <a:solidFill>
                <a:prstClr val="black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7634" y="150441"/>
            <a:ext cx="8805159" cy="418726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lIns="79979" tIns="39990" rIns="79979" bIns="39990" rtlCol="0">
            <a:spAutoFit/>
          </a:bodyPr>
          <a:lstStyle/>
          <a:p>
            <a:pPr algn="ctr" defTabSz="912305"/>
            <a:r>
              <a:rPr lang="ru-RU" sz="2100" b="1" dirty="0">
                <a:solidFill>
                  <a:prstClr val="black"/>
                </a:solidFill>
              </a:rPr>
              <a:t>Ручная осколочная граната РГО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207907" y="751269"/>
            <a:ext cx="8654585" cy="911758"/>
          </a:xfrm>
          <a:prstGeom prst="rect">
            <a:avLst/>
          </a:prstGeom>
        </p:spPr>
        <p:txBody>
          <a:bodyPr wrap="square" lIns="79979" tIns="39990" rIns="79979" bIns="39990">
            <a:spAutoFit/>
          </a:bodyPr>
          <a:lstStyle/>
          <a:p>
            <a:pPr algn="just" defTabSz="912305"/>
            <a:r>
              <a:rPr lang="ru-RU" dirty="0">
                <a:solidFill>
                  <a:prstClr val="white"/>
                </a:solidFill>
              </a:rPr>
              <a:t>Предназначена для поражения живой силы противника в оборонительном бою, в различных условиях местности и в любое время года при температуре окружающего воздуха от плюс 50° до минус 50° С.</a:t>
            </a:r>
          </a:p>
        </p:txBody>
      </p:sp>
      <p:pic>
        <p:nvPicPr>
          <p:cNvPr id="5" name="Image 17"/>
          <p:cNvPicPr/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 xmlns="">
                  <a14:imgLayer r:embed="rId4">
                    <a14:imgEffect>
                      <a14:backgroundRemoval t="0" b="100000" l="0" r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H="1">
            <a:off x="508080" y="1714346"/>
            <a:ext cx="3386600" cy="4746011"/>
          </a:xfrm>
          <a:prstGeom prst="rect">
            <a:avLst/>
          </a:prstGeom>
        </p:spPr>
      </p:pic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408021034"/>
              </p:ext>
            </p:extLst>
          </p:nvPr>
        </p:nvGraphicFramePr>
        <p:xfrm>
          <a:off x="10667881" y="-1077434"/>
          <a:ext cx="6476850" cy="73812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370"/>
                <a:gridCol w="1295370"/>
                <a:gridCol w="1295370"/>
                <a:gridCol w="1295370"/>
                <a:gridCol w="1295370"/>
              </a:tblGrid>
              <a:tr h="1078159"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Тактико-технические</a:t>
                      </a:r>
                      <a:r>
                        <a:rPr lang="ru-RU" sz="1600" baseline="0" dirty="0" smtClean="0"/>
                        <a:t> характеристики</a:t>
                      </a:r>
                      <a:endParaRPr lang="ru-RU" sz="1600" dirty="0"/>
                    </a:p>
                  </a:txBody>
                  <a:tcPr marL="78191" marR="78191" marT="41468" marB="41468"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РГД - 5</a:t>
                      </a:r>
                      <a:endParaRPr lang="ru-RU" sz="1600" dirty="0"/>
                    </a:p>
                  </a:txBody>
                  <a:tcPr marL="78191" marR="78191" marT="41468" marB="41468"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Ф-1</a:t>
                      </a:r>
                      <a:endParaRPr lang="ru-RU" sz="1600" dirty="0"/>
                    </a:p>
                  </a:txBody>
                  <a:tcPr marL="78191" marR="78191" marT="41468" marB="41468"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РГН</a:t>
                      </a:r>
                      <a:endParaRPr lang="ru-RU" sz="1600" dirty="0"/>
                    </a:p>
                  </a:txBody>
                  <a:tcPr marL="78191" marR="78191" marT="41468" marB="41468"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РГО</a:t>
                      </a:r>
                      <a:endParaRPr lang="ru-RU" sz="1600" dirty="0"/>
                    </a:p>
                  </a:txBody>
                  <a:tcPr marL="78191" marR="78191" marT="41468" marB="41468"/>
                </a:tc>
              </a:tr>
              <a:tr h="580547"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Тип гранаты</a:t>
                      </a:r>
                      <a:endParaRPr lang="ru-RU" sz="1600" dirty="0"/>
                    </a:p>
                  </a:txBody>
                  <a:tcPr marL="78191" marR="78191" marT="41468" marB="41468"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Наступательная</a:t>
                      </a:r>
                      <a:endParaRPr lang="ru-RU" sz="1600" dirty="0"/>
                    </a:p>
                  </a:txBody>
                  <a:tcPr marL="78191" marR="78191" marT="41468" marB="41468"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Оборонительная</a:t>
                      </a:r>
                      <a:endParaRPr lang="ru-RU" sz="1600" dirty="0"/>
                    </a:p>
                  </a:txBody>
                  <a:tcPr marL="78191" marR="78191" marT="41468" marB="41468"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Наступательная</a:t>
                      </a:r>
                      <a:endParaRPr lang="ru-RU" sz="1600" dirty="0"/>
                    </a:p>
                  </a:txBody>
                  <a:tcPr marL="78191" marR="78191" marT="41468" marB="41468"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Оборонительная</a:t>
                      </a:r>
                      <a:endParaRPr lang="ru-RU" sz="1600" dirty="0"/>
                    </a:p>
                  </a:txBody>
                  <a:tcPr marL="78191" marR="78191" marT="41468" marB="41468"/>
                </a:tc>
              </a:tr>
              <a:tr h="580547"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Вес гранаты, г</a:t>
                      </a:r>
                      <a:endParaRPr lang="ru-RU" sz="1600" dirty="0"/>
                    </a:p>
                  </a:txBody>
                  <a:tcPr marL="78191" marR="78191" marT="41468" marB="41468"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310</a:t>
                      </a:r>
                      <a:endParaRPr lang="ru-RU" sz="1600" dirty="0"/>
                    </a:p>
                  </a:txBody>
                  <a:tcPr marL="78191" marR="78191" marT="41468" marB="41468"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600</a:t>
                      </a:r>
                      <a:endParaRPr lang="ru-RU" sz="1600" dirty="0"/>
                    </a:p>
                  </a:txBody>
                  <a:tcPr marL="78191" marR="78191" marT="41468" marB="41468"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310</a:t>
                      </a:r>
                      <a:endParaRPr lang="ru-RU" sz="1600" dirty="0"/>
                    </a:p>
                  </a:txBody>
                  <a:tcPr marL="78191" marR="78191" marT="41468" marB="41468"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530</a:t>
                      </a:r>
                      <a:endParaRPr lang="ru-RU" sz="1600" dirty="0"/>
                    </a:p>
                  </a:txBody>
                  <a:tcPr marL="78191" marR="78191" marT="41468" marB="41468"/>
                </a:tc>
              </a:tr>
              <a:tr h="829353"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Тип запала</a:t>
                      </a:r>
                      <a:endParaRPr lang="ru-RU" sz="1600" dirty="0"/>
                    </a:p>
                  </a:txBody>
                  <a:tcPr marL="78191" marR="78191" marT="41468" marB="41468"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УЗРГМ (дистанционный)</a:t>
                      </a:r>
                      <a:endParaRPr lang="ru-RU" sz="1600" dirty="0"/>
                    </a:p>
                  </a:txBody>
                  <a:tcPr marL="78191" marR="78191" marT="41468" marB="41468"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УЗРГМ (дистанционный)</a:t>
                      </a:r>
                    </a:p>
                  </a:txBody>
                  <a:tcPr marL="78191" marR="78191" marT="41468" marB="41468"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УЗД (ударно-дистанционный)</a:t>
                      </a:r>
                      <a:endParaRPr lang="ru-RU" sz="1600" dirty="0"/>
                    </a:p>
                  </a:txBody>
                  <a:tcPr marL="78191" marR="78191" marT="41468" marB="41468"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УЗД (ударно-дистанционный)</a:t>
                      </a:r>
                    </a:p>
                  </a:txBody>
                  <a:tcPr marL="78191" marR="78191" marT="41468" marB="41468"/>
                </a:tc>
              </a:tr>
              <a:tr h="1078159"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Время горения замедлителя запала, сек</a:t>
                      </a:r>
                      <a:endParaRPr lang="ru-RU" sz="1600" dirty="0"/>
                    </a:p>
                  </a:txBody>
                  <a:tcPr marL="78191" marR="78191" marT="41468" marB="41468"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3,2-4,2</a:t>
                      </a:r>
                      <a:endParaRPr lang="ru-RU" sz="1600" dirty="0"/>
                    </a:p>
                  </a:txBody>
                  <a:tcPr marL="78191" marR="78191" marT="41468" marB="41468"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3,2-4,2</a:t>
                      </a:r>
                      <a:endParaRPr lang="ru-RU" sz="1600" dirty="0"/>
                    </a:p>
                  </a:txBody>
                  <a:tcPr marL="78191" marR="78191" marT="41468" marB="41468"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3,3</a:t>
                      </a:r>
                      <a:r>
                        <a:rPr lang="ru-RU" sz="1600" baseline="0" dirty="0" smtClean="0"/>
                        <a:t> – 4,3</a:t>
                      </a:r>
                      <a:endParaRPr lang="ru-RU" sz="1600" dirty="0"/>
                    </a:p>
                  </a:txBody>
                  <a:tcPr marL="78191" marR="78191" marT="41468" marB="41468"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3,3 – 4,3</a:t>
                      </a:r>
                      <a:endParaRPr lang="ru-RU" sz="1600" dirty="0"/>
                    </a:p>
                  </a:txBody>
                  <a:tcPr marL="78191" marR="78191" marT="41468" marB="41468"/>
                </a:tc>
              </a:tr>
              <a:tr h="1078159"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Радиус разлёта убойных осколков,</a:t>
                      </a:r>
                      <a:r>
                        <a:rPr lang="ru-RU" sz="1600" baseline="0" dirty="0" smtClean="0"/>
                        <a:t> м</a:t>
                      </a:r>
                      <a:endParaRPr lang="ru-RU" sz="1600" dirty="0"/>
                    </a:p>
                  </a:txBody>
                  <a:tcPr marL="78191" marR="78191" marT="41468" marB="41468"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35</a:t>
                      </a:r>
                      <a:endParaRPr lang="ru-RU" sz="1600" dirty="0"/>
                    </a:p>
                  </a:txBody>
                  <a:tcPr marL="78191" marR="78191" marT="41468" marB="41468"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200</a:t>
                      </a:r>
                      <a:endParaRPr lang="ru-RU" sz="1600" dirty="0"/>
                    </a:p>
                  </a:txBody>
                  <a:tcPr marL="78191" marR="78191" marT="41468" marB="41468"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24</a:t>
                      </a:r>
                      <a:endParaRPr lang="ru-RU" sz="1600" dirty="0"/>
                    </a:p>
                  </a:txBody>
                  <a:tcPr marL="78191" marR="78191" marT="41468" marB="41468"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150</a:t>
                      </a:r>
                      <a:endParaRPr lang="ru-RU" sz="1600" dirty="0"/>
                    </a:p>
                  </a:txBody>
                  <a:tcPr marL="78191" marR="78191" marT="41468" marB="41468"/>
                </a:tc>
              </a:tr>
              <a:tr h="1326965"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Радиус</a:t>
                      </a:r>
                      <a:r>
                        <a:rPr lang="ru-RU" sz="1600" baseline="0" dirty="0" smtClean="0"/>
                        <a:t> зоны эффективного поражения живой силы, м</a:t>
                      </a:r>
                      <a:endParaRPr lang="ru-RU" sz="1600" dirty="0"/>
                    </a:p>
                  </a:txBody>
                  <a:tcPr marL="78191" marR="78191" marT="41468" marB="41468"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5</a:t>
                      </a:r>
                      <a:endParaRPr lang="ru-RU" sz="1600" dirty="0"/>
                    </a:p>
                  </a:txBody>
                  <a:tcPr marL="78191" marR="78191" marT="41468" marB="41468"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7</a:t>
                      </a:r>
                      <a:endParaRPr lang="ru-RU" sz="1600" dirty="0"/>
                    </a:p>
                  </a:txBody>
                  <a:tcPr marL="78191" marR="78191" marT="41468" marB="41468"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8</a:t>
                      </a:r>
                      <a:endParaRPr lang="ru-RU" sz="1600" dirty="0"/>
                    </a:p>
                  </a:txBody>
                  <a:tcPr marL="78191" marR="78191" marT="41468" marB="41468"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12</a:t>
                      </a:r>
                      <a:endParaRPr lang="ru-RU" sz="1600" dirty="0"/>
                    </a:p>
                  </a:txBody>
                  <a:tcPr marL="78191" marR="78191" marT="41468" marB="41468"/>
                </a:tc>
              </a:tr>
              <a:tr h="829353"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Средняя дальность броска, м</a:t>
                      </a:r>
                      <a:endParaRPr lang="ru-RU" sz="1600" dirty="0"/>
                    </a:p>
                  </a:txBody>
                  <a:tcPr marL="78191" marR="78191" marT="41468" marB="41468"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30-45</a:t>
                      </a:r>
                      <a:endParaRPr lang="ru-RU" sz="1600" dirty="0"/>
                    </a:p>
                  </a:txBody>
                  <a:tcPr marL="78191" marR="78191" marT="41468" marB="41468"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20-40</a:t>
                      </a:r>
                      <a:endParaRPr lang="ru-RU" sz="1600" dirty="0"/>
                    </a:p>
                  </a:txBody>
                  <a:tcPr marL="78191" marR="78191" marT="41468" marB="41468"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30-45</a:t>
                      </a:r>
                      <a:endParaRPr lang="ru-RU" sz="1600" dirty="0"/>
                    </a:p>
                  </a:txBody>
                  <a:tcPr marL="78191" marR="78191" marT="41468" marB="41468"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20-40</a:t>
                      </a:r>
                      <a:endParaRPr lang="ru-RU" sz="1600" dirty="0"/>
                    </a:p>
                  </a:txBody>
                  <a:tcPr marL="78191" marR="78191" marT="41468" marB="41468"/>
                </a:tc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095270195"/>
              </p:ext>
            </p:extLst>
          </p:nvPr>
        </p:nvGraphicFramePr>
        <p:xfrm>
          <a:off x="4635175" y="1462728"/>
          <a:ext cx="4232280" cy="5249224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116140"/>
                <a:gridCol w="2116140"/>
              </a:tblGrid>
              <a:tr h="647778"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Тактико-технические</a:t>
                      </a:r>
                      <a:r>
                        <a:rPr lang="ru-RU" sz="1600" baseline="0" dirty="0" smtClean="0"/>
                        <a:t> характеристики</a:t>
                      </a:r>
                      <a:endParaRPr lang="ru-RU" sz="1600" dirty="0"/>
                    </a:p>
                  </a:txBody>
                  <a:tcPr marL="78191" marR="78191" marT="41468" marB="41468"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РГО</a:t>
                      </a:r>
                      <a:endParaRPr lang="ru-RU" sz="1600" dirty="0"/>
                    </a:p>
                  </a:txBody>
                  <a:tcPr marL="78191" marR="78191" marT="41468" marB="41468"/>
                </a:tc>
              </a:tr>
              <a:tr h="375300"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Тип гранаты</a:t>
                      </a:r>
                      <a:endParaRPr lang="ru-RU" sz="1600" dirty="0"/>
                    </a:p>
                  </a:txBody>
                  <a:tcPr marL="78191" marR="78191" marT="41468" marB="41468"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Оборонительная</a:t>
                      </a:r>
                      <a:endParaRPr lang="ru-RU" sz="1600" dirty="0"/>
                    </a:p>
                  </a:txBody>
                  <a:tcPr marL="78191" marR="78191" marT="41468" marB="41468"/>
                </a:tc>
              </a:tr>
              <a:tr h="375300"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Вес гранаты, г</a:t>
                      </a:r>
                      <a:endParaRPr lang="ru-RU" sz="1600" dirty="0"/>
                    </a:p>
                  </a:txBody>
                  <a:tcPr marL="78191" marR="78191" marT="41468" marB="41468"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530</a:t>
                      </a:r>
                      <a:endParaRPr lang="ru-RU" sz="1600" dirty="0"/>
                    </a:p>
                  </a:txBody>
                  <a:tcPr marL="78191" marR="78191" marT="41468" marB="41468"/>
                </a:tc>
              </a:tr>
              <a:tr h="647778"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Тип запала</a:t>
                      </a:r>
                      <a:endParaRPr lang="ru-RU" sz="1600" dirty="0"/>
                    </a:p>
                  </a:txBody>
                  <a:tcPr marL="78191" marR="78191" marT="41468" marB="41468"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УЗД (ударно-дистанционный)</a:t>
                      </a:r>
                    </a:p>
                  </a:txBody>
                  <a:tcPr marL="78191" marR="78191" marT="41468" marB="41468"/>
                </a:tc>
              </a:tr>
              <a:tr h="829353"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Время горения замедлителя запала, сек</a:t>
                      </a:r>
                      <a:endParaRPr lang="ru-RU" sz="1600" dirty="0"/>
                    </a:p>
                  </a:txBody>
                  <a:tcPr marL="78191" marR="78191" marT="41468" marB="41468"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3,3 – 4,3</a:t>
                      </a:r>
                      <a:endParaRPr lang="ru-RU" sz="1600" dirty="0"/>
                    </a:p>
                  </a:txBody>
                  <a:tcPr marL="78191" marR="78191" marT="41468" marB="41468"/>
                </a:tc>
              </a:tr>
              <a:tr h="647778"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Радиус разлёта убойных осколков,</a:t>
                      </a:r>
                      <a:r>
                        <a:rPr lang="ru-RU" sz="1600" baseline="0" dirty="0" smtClean="0"/>
                        <a:t> м</a:t>
                      </a:r>
                      <a:endParaRPr lang="ru-RU" sz="1600" dirty="0"/>
                    </a:p>
                  </a:txBody>
                  <a:tcPr marL="78191" marR="78191" marT="41468" marB="41468"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150</a:t>
                      </a:r>
                      <a:endParaRPr lang="ru-RU" sz="1600" dirty="0"/>
                    </a:p>
                  </a:txBody>
                  <a:tcPr marL="78191" marR="78191" marT="41468" marB="41468"/>
                </a:tc>
              </a:tr>
              <a:tr h="1078159"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Радиус</a:t>
                      </a:r>
                      <a:r>
                        <a:rPr lang="ru-RU" sz="1600" baseline="0" dirty="0" smtClean="0"/>
                        <a:t> зоны эффективного поражения живой силы, м</a:t>
                      </a:r>
                      <a:endParaRPr lang="ru-RU" sz="1600" dirty="0"/>
                    </a:p>
                  </a:txBody>
                  <a:tcPr marL="78191" marR="78191" marT="41468" marB="41468"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12</a:t>
                      </a:r>
                      <a:endParaRPr lang="ru-RU" sz="1600" dirty="0"/>
                    </a:p>
                  </a:txBody>
                  <a:tcPr marL="78191" marR="78191" marT="41468" marB="41468"/>
                </a:tc>
              </a:tr>
              <a:tr h="647778"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Средняя дальность броска, м</a:t>
                      </a:r>
                      <a:endParaRPr lang="ru-RU" sz="1600" dirty="0"/>
                    </a:p>
                  </a:txBody>
                  <a:tcPr marL="78191" marR="78191" marT="41468" marB="41468"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20-40</a:t>
                      </a:r>
                      <a:endParaRPr lang="ru-RU" sz="1600" dirty="0"/>
                    </a:p>
                  </a:txBody>
                  <a:tcPr marL="78191" marR="78191" marT="41468" marB="41468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782768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амка 1"/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961"/>
            </a:avLst>
          </a:prstGeom>
          <a:solidFill>
            <a:srgbClr val="00B0F0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33" tIns="40067" rIns="80133" bIns="40067" rtlCol="0" anchor="ctr"/>
          <a:lstStyle/>
          <a:p>
            <a:pPr algn="ctr" defTabSz="914077"/>
            <a:endParaRPr lang="ru-RU">
              <a:solidFill>
                <a:prstClr val="black"/>
              </a:solidFill>
            </a:endParaRP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076576605"/>
              </p:ext>
            </p:extLst>
          </p:nvPr>
        </p:nvGraphicFramePr>
        <p:xfrm>
          <a:off x="246659" y="685954"/>
          <a:ext cx="8682010" cy="6159784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1847236"/>
                <a:gridCol w="1625568"/>
                <a:gridCol w="1736402"/>
                <a:gridCol w="1736402"/>
                <a:gridCol w="1736402"/>
              </a:tblGrid>
              <a:tr h="829353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bg1"/>
                          </a:solidFill>
                        </a:rPr>
                        <a:t>Тактико-технические</a:t>
                      </a:r>
                      <a:r>
                        <a:rPr lang="ru-RU" sz="1600" baseline="0" dirty="0" smtClean="0">
                          <a:solidFill>
                            <a:schemeClr val="bg1"/>
                          </a:solidFill>
                        </a:rPr>
                        <a:t> характеристики</a:t>
                      </a:r>
                      <a:endParaRPr lang="ru-RU" sz="1600" dirty="0">
                        <a:solidFill>
                          <a:schemeClr val="bg1"/>
                        </a:solidFill>
                      </a:endParaRPr>
                    </a:p>
                  </a:txBody>
                  <a:tcPr marL="78191" marR="78191" marT="41468" marB="4146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dirty="0" smtClean="0">
                          <a:solidFill>
                            <a:schemeClr val="bg1"/>
                          </a:solidFill>
                        </a:rPr>
                        <a:t>РГД - 5</a:t>
                      </a:r>
                      <a:endParaRPr lang="ru-RU" sz="4000" dirty="0">
                        <a:solidFill>
                          <a:schemeClr val="bg1"/>
                        </a:solidFill>
                      </a:endParaRPr>
                    </a:p>
                  </a:txBody>
                  <a:tcPr marL="78191" marR="78191" marT="41468" marB="4146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dirty="0" smtClean="0">
                          <a:solidFill>
                            <a:schemeClr val="bg1"/>
                          </a:solidFill>
                        </a:rPr>
                        <a:t>Ф-1</a:t>
                      </a:r>
                      <a:endParaRPr lang="ru-RU" sz="4000" dirty="0">
                        <a:solidFill>
                          <a:schemeClr val="bg1"/>
                        </a:solidFill>
                      </a:endParaRPr>
                    </a:p>
                  </a:txBody>
                  <a:tcPr marL="78191" marR="78191" marT="41468" marB="4146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dirty="0" smtClean="0">
                          <a:solidFill>
                            <a:schemeClr val="bg1"/>
                          </a:solidFill>
                        </a:rPr>
                        <a:t>РГН</a:t>
                      </a:r>
                      <a:endParaRPr lang="ru-RU" sz="4000" dirty="0">
                        <a:solidFill>
                          <a:schemeClr val="bg1"/>
                        </a:solidFill>
                      </a:endParaRPr>
                    </a:p>
                  </a:txBody>
                  <a:tcPr marL="78191" marR="78191" marT="41468" marB="4146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dirty="0" smtClean="0">
                          <a:solidFill>
                            <a:schemeClr val="bg1"/>
                          </a:solidFill>
                        </a:rPr>
                        <a:t>РГО</a:t>
                      </a:r>
                      <a:endParaRPr lang="ru-RU" sz="4000" dirty="0">
                        <a:solidFill>
                          <a:schemeClr val="bg1"/>
                        </a:solidFill>
                      </a:endParaRPr>
                    </a:p>
                  </a:txBody>
                  <a:tcPr marL="78191" marR="78191" marT="41468" marB="41468" anchor="ctr"/>
                </a:tc>
              </a:tr>
              <a:tr h="421053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bg1"/>
                          </a:solidFill>
                        </a:rPr>
                        <a:t>Тип гранаты</a:t>
                      </a:r>
                      <a:endParaRPr lang="ru-RU" sz="1600" dirty="0">
                        <a:solidFill>
                          <a:schemeClr val="bg1"/>
                        </a:solidFill>
                      </a:endParaRPr>
                    </a:p>
                  </a:txBody>
                  <a:tcPr marL="78191" marR="78191" marT="41468" marB="4146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bg1"/>
                          </a:solidFill>
                        </a:rPr>
                        <a:t>Наступательная</a:t>
                      </a:r>
                      <a:endParaRPr lang="ru-RU" sz="1600" dirty="0">
                        <a:solidFill>
                          <a:schemeClr val="bg1"/>
                        </a:solidFill>
                      </a:endParaRPr>
                    </a:p>
                  </a:txBody>
                  <a:tcPr marL="78191" marR="78191" marT="41468" marB="4146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bg1"/>
                          </a:solidFill>
                        </a:rPr>
                        <a:t>Оборонительная</a:t>
                      </a:r>
                      <a:endParaRPr lang="ru-RU" sz="1600" dirty="0">
                        <a:solidFill>
                          <a:schemeClr val="bg1"/>
                        </a:solidFill>
                      </a:endParaRPr>
                    </a:p>
                  </a:txBody>
                  <a:tcPr marL="78191" marR="78191" marT="41468" marB="4146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bg1"/>
                          </a:solidFill>
                        </a:rPr>
                        <a:t>Наступательная</a:t>
                      </a:r>
                      <a:endParaRPr lang="ru-RU" sz="1600" dirty="0">
                        <a:solidFill>
                          <a:schemeClr val="bg1"/>
                        </a:solidFill>
                      </a:endParaRPr>
                    </a:p>
                  </a:txBody>
                  <a:tcPr marL="78191" marR="78191" marT="41468" marB="4146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bg1"/>
                          </a:solidFill>
                        </a:rPr>
                        <a:t>Оборонительная</a:t>
                      </a:r>
                      <a:endParaRPr lang="ru-RU" sz="1600" dirty="0">
                        <a:solidFill>
                          <a:schemeClr val="bg1"/>
                        </a:solidFill>
                      </a:endParaRPr>
                    </a:p>
                  </a:txBody>
                  <a:tcPr marL="78191" marR="78191" marT="41468" marB="41468" anchor="ctr"/>
                </a:tc>
              </a:tr>
              <a:tr h="421053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bg1"/>
                          </a:solidFill>
                        </a:rPr>
                        <a:t>Тип корпуса</a:t>
                      </a:r>
                      <a:endParaRPr lang="ru-RU" sz="1600" dirty="0">
                        <a:solidFill>
                          <a:schemeClr val="bg1"/>
                        </a:solidFill>
                      </a:endParaRPr>
                    </a:p>
                  </a:txBody>
                  <a:tcPr marL="78191" marR="78191" marT="41468" marB="4146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bg1"/>
                          </a:solidFill>
                        </a:rPr>
                        <a:t>Гладкий </a:t>
                      </a:r>
                      <a:endParaRPr lang="ru-RU" sz="1600" dirty="0">
                        <a:solidFill>
                          <a:schemeClr val="bg1"/>
                        </a:solidFill>
                      </a:endParaRPr>
                    </a:p>
                  </a:txBody>
                  <a:tcPr marL="78191" marR="78191" marT="41468" marB="4146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bg1"/>
                          </a:solidFill>
                        </a:rPr>
                        <a:t>Рифлёный</a:t>
                      </a:r>
                      <a:endParaRPr lang="ru-RU" sz="1600" dirty="0">
                        <a:solidFill>
                          <a:schemeClr val="bg1"/>
                        </a:solidFill>
                      </a:endParaRPr>
                    </a:p>
                  </a:txBody>
                  <a:tcPr marL="78191" marR="78191" marT="41468" marB="4146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bg1"/>
                          </a:solidFill>
                        </a:rPr>
                        <a:t>Гладкий</a:t>
                      </a:r>
                      <a:endParaRPr lang="ru-RU" sz="1600" dirty="0">
                        <a:solidFill>
                          <a:schemeClr val="bg1"/>
                        </a:solidFill>
                      </a:endParaRPr>
                    </a:p>
                  </a:txBody>
                  <a:tcPr marL="78191" marR="78191" marT="41468" marB="4146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bg1"/>
                          </a:solidFill>
                        </a:rPr>
                        <a:t>Рифлёный</a:t>
                      </a:r>
                      <a:endParaRPr lang="ru-RU" sz="1600" dirty="0">
                        <a:solidFill>
                          <a:schemeClr val="bg1"/>
                        </a:solidFill>
                      </a:endParaRPr>
                    </a:p>
                  </a:txBody>
                  <a:tcPr marL="78191" marR="78191" marT="41468" marB="41468" anchor="ctr"/>
                </a:tc>
              </a:tr>
              <a:tr h="331741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bg1"/>
                          </a:solidFill>
                        </a:rPr>
                        <a:t>Вес гранаты, г</a:t>
                      </a:r>
                      <a:endParaRPr lang="ru-RU" sz="1600" dirty="0">
                        <a:solidFill>
                          <a:schemeClr val="bg1"/>
                        </a:solidFill>
                      </a:endParaRPr>
                    </a:p>
                  </a:txBody>
                  <a:tcPr marL="78191" marR="78191" marT="41468" marB="4146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bg1"/>
                          </a:solidFill>
                        </a:rPr>
                        <a:t>310</a:t>
                      </a:r>
                      <a:endParaRPr lang="ru-RU" sz="1600" dirty="0">
                        <a:solidFill>
                          <a:schemeClr val="bg1"/>
                        </a:solidFill>
                      </a:endParaRPr>
                    </a:p>
                  </a:txBody>
                  <a:tcPr marL="78191" marR="78191" marT="41468" marB="4146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bg1"/>
                          </a:solidFill>
                        </a:rPr>
                        <a:t>600</a:t>
                      </a:r>
                      <a:endParaRPr lang="ru-RU" sz="1600" dirty="0">
                        <a:solidFill>
                          <a:schemeClr val="bg1"/>
                        </a:solidFill>
                      </a:endParaRPr>
                    </a:p>
                  </a:txBody>
                  <a:tcPr marL="78191" marR="78191" marT="41468" marB="4146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bg1"/>
                          </a:solidFill>
                        </a:rPr>
                        <a:t>310</a:t>
                      </a:r>
                      <a:endParaRPr lang="ru-RU" sz="1600" dirty="0">
                        <a:solidFill>
                          <a:schemeClr val="bg1"/>
                        </a:solidFill>
                      </a:endParaRPr>
                    </a:p>
                  </a:txBody>
                  <a:tcPr marL="78191" marR="78191" marT="41468" marB="4146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bg1"/>
                          </a:solidFill>
                        </a:rPr>
                        <a:t>530</a:t>
                      </a:r>
                      <a:endParaRPr lang="ru-RU" sz="1600" dirty="0">
                        <a:solidFill>
                          <a:schemeClr val="bg1"/>
                        </a:solidFill>
                      </a:endParaRPr>
                    </a:p>
                  </a:txBody>
                  <a:tcPr marL="78191" marR="78191" marT="41468" marB="41468" anchor="ctr"/>
                </a:tc>
              </a:tr>
              <a:tr h="814456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bg1"/>
                          </a:solidFill>
                        </a:rPr>
                        <a:t>Тип запала</a:t>
                      </a:r>
                      <a:endParaRPr lang="ru-RU" sz="1600" dirty="0">
                        <a:solidFill>
                          <a:schemeClr val="bg1"/>
                        </a:solidFill>
                      </a:endParaRPr>
                    </a:p>
                  </a:txBody>
                  <a:tcPr marL="78191" marR="78191" marT="41468" marB="4146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bg1"/>
                          </a:solidFill>
                        </a:rPr>
                        <a:t>УЗРГМ (дистанционный)</a:t>
                      </a:r>
                      <a:endParaRPr lang="ru-RU" sz="1600" dirty="0">
                        <a:solidFill>
                          <a:schemeClr val="bg1"/>
                        </a:solidFill>
                      </a:endParaRPr>
                    </a:p>
                  </a:txBody>
                  <a:tcPr marL="78191" marR="78191" marT="41468" marB="4146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bg1"/>
                          </a:solidFill>
                        </a:rPr>
                        <a:t>УЗРГМ (дистанционный)</a:t>
                      </a:r>
                    </a:p>
                  </a:txBody>
                  <a:tcPr marL="78191" marR="78191" marT="41468" marB="4146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bg1"/>
                          </a:solidFill>
                        </a:rPr>
                        <a:t>УЗД (ударно-дистанционный)</a:t>
                      </a:r>
                      <a:endParaRPr lang="ru-RU" sz="1600" dirty="0">
                        <a:solidFill>
                          <a:schemeClr val="bg1"/>
                        </a:solidFill>
                      </a:endParaRPr>
                    </a:p>
                  </a:txBody>
                  <a:tcPr marL="78191" marR="78191" marT="41468" marB="4146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bg1"/>
                          </a:solidFill>
                        </a:rPr>
                        <a:t>УЗД (ударно-дистанционный)</a:t>
                      </a:r>
                    </a:p>
                  </a:txBody>
                  <a:tcPr marL="78191" marR="78191" marT="41468" marB="41468" anchor="ctr"/>
                </a:tc>
              </a:tr>
              <a:tr h="829353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bg1"/>
                          </a:solidFill>
                        </a:rPr>
                        <a:t>Время горения замедлителя запала, сек</a:t>
                      </a:r>
                      <a:endParaRPr lang="ru-RU" sz="1600" dirty="0">
                        <a:solidFill>
                          <a:schemeClr val="bg1"/>
                        </a:solidFill>
                      </a:endParaRPr>
                    </a:p>
                  </a:txBody>
                  <a:tcPr marL="78191" marR="78191" marT="41468" marB="4146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bg1"/>
                          </a:solidFill>
                        </a:rPr>
                        <a:t>3,2-4,2</a:t>
                      </a:r>
                      <a:endParaRPr lang="ru-RU" sz="1600" dirty="0">
                        <a:solidFill>
                          <a:schemeClr val="bg1"/>
                        </a:solidFill>
                      </a:endParaRPr>
                    </a:p>
                  </a:txBody>
                  <a:tcPr marL="78191" marR="78191" marT="41468" marB="4146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bg1"/>
                          </a:solidFill>
                        </a:rPr>
                        <a:t>3,2-4,2</a:t>
                      </a:r>
                      <a:endParaRPr lang="ru-RU" sz="1600" dirty="0">
                        <a:solidFill>
                          <a:schemeClr val="bg1"/>
                        </a:solidFill>
                      </a:endParaRPr>
                    </a:p>
                  </a:txBody>
                  <a:tcPr marL="78191" marR="78191" marT="41468" marB="4146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bg1"/>
                          </a:solidFill>
                        </a:rPr>
                        <a:t>3,3</a:t>
                      </a:r>
                      <a:r>
                        <a:rPr lang="ru-RU" sz="1600" baseline="0" dirty="0" smtClean="0">
                          <a:solidFill>
                            <a:schemeClr val="bg1"/>
                          </a:solidFill>
                        </a:rPr>
                        <a:t> – 4,3</a:t>
                      </a:r>
                      <a:endParaRPr lang="ru-RU" sz="1600" dirty="0">
                        <a:solidFill>
                          <a:schemeClr val="bg1"/>
                        </a:solidFill>
                      </a:endParaRPr>
                    </a:p>
                  </a:txBody>
                  <a:tcPr marL="78191" marR="78191" marT="41468" marB="4146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bg1"/>
                          </a:solidFill>
                        </a:rPr>
                        <a:t>3,3 – 4,3</a:t>
                      </a:r>
                      <a:endParaRPr lang="ru-RU" sz="1600" dirty="0">
                        <a:solidFill>
                          <a:schemeClr val="bg1"/>
                        </a:solidFill>
                      </a:endParaRPr>
                    </a:p>
                  </a:txBody>
                  <a:tcPr marL="78191" marR="78191" marT="41468" marB="41468" anchor="ctr"/>
                </a:tc>
              </a:tr>
              <a:tr h="829353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bg1"/>
                          </a:solidFill>
                        </a:rPr>
                        <a:t>Радиус разлёта убойных осколков,</a:t>
                      </a:r>
                      <a:r>
                        <a:rPr lang="ru-RU" sz="1600" baseline="0" dirty="0" smtClean="0">
                          <a:solidFill>
                            <a:schemeClr val="bg1"/>
                          </a:solidFill>
                        </a:rPr>
                        <a:t> м</a:t>
                      </a:r>
                      <a:endParaRPr lang="ru-RU" sz="1600" dirty="0">
                        <a:solidFill>
                          <a:schemeClr val="bg1"/>
                        </a:solidFill>
                      </a:endParaRPr>
                    </a:p>
                  </a:txBody>
                  <a:tcPr marL="78191" marR="78191" marT="41468" marB="4146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bg1"/>
                          </a:solidFill>
                        </a:rPr>
                        <a:t>35</a:t>
                      </a:r>
                      <a:endParaRPr lang="ru-RU" sz="1600" dirty="0">
                        <a:solidFill>
                          <a:schemeClr val="bg1"/>
                        </a:solidFill>
                      </a:endParaRPr>
                    </a:p>
                  </a:txBody>
                  <a:tcPr marL="78191" marR="78191" marT="41468" marB="4146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bg1"/>
                          </a:solidFill>
                        </a:rPr>
                        <a:t>200</a:t>
                      </a:r>
                      <a:endParaRPr lang="ru-RU" sz="1600" dirty="0">
                        <a:solidFill>
                          <a:schemeClr val="bg1"/>
                        </a:solidFill>
                      </a:endParaRPr>
                    </a:p>
                  </a:txBody>
                  <a:tcPr marL="78191" marR="78191" marT="41468" marB="4146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bg1"/>
                          </a:solidFill>
                        </a:rPr>
                        <a:t>24</a:t>
                      </a:r>
                      <a:endParaRPr lang="ru-RU" sz="1600" dirty="0">
                        <a:solidFill>
                          <a:schemeClr val="bg1"/>
                        </a:solidFill>
                      </a:endParaRPr>
                    </a:p>
                  </a:txBody>
                  <a:tcPr marL="78191" marR="78191" marT="41468" marB="4146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bg1"/>
                          </a:solidFill>
                        </a:rPr>
                        <a:t>150</a:t>
                      </a:r>
                      <a:endParaRPr lang="ru-RU" sz="1600" dirty="0">
                        <a:solidFill>
                          <a:schemeClr val="bg1"/>
                        </a:solidFill>
                      </a:endParaRPr>
                    </a:p>
                  </a:txBody>
                  <a:tcPr marL="78191" marR="78191" marT="41468" marB="41468" anchor="ctr"/>
                </a:tc>
              </a:tr>
              <a:tr h="1078159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bg1"/>
                          </a:solidFill>
                        </a:rPr>
                        <a:t>Радиус</a:t>
                      </a:r>
                      <a:r>
                        <a:rPr lang="ru-RU" sz="1600" baseline="0" dirty="0" smtClean="0">
                          <a:solidFill>
                            <a:schemeClr val="bg1"/>
                          </a:solidFill>
                        </a:rPr>
                        <a:t> зоны эффективного поражения живой силы, м</a:t>
                      </a:r>
                      <a:endParaRPr lang="ru-RU" sz="1600" dirty="0">
                        <a:solidFill>
                          <a:schemeClr val="bg1"/>
                        </a:solidFill>
                      </a:endParaRPr>
                    </a:p>
                  </a:txBody>
                  <a:tcPr marL="78191" marR="78191" marT="41468" marB="4146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ru-RU" sz="1600" dirty="0">
                        <a:solidFill>
                          <a:schemeClr val="bg1"/>
                        </a:solidFill>
                      </a:endParaRPr>
                    </a:p>
                  </a:txBody>
                  <a:tcPr marL="78191" marR="78191" marT="41468" marB="4146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ru-RU" sz="1600" dirty="0">
                        <a:solidFill>
                          <a:schemeClr val="bg1"/>
                        </a:solidFill>
                      </a:endParaRPr>
                    </a:p>
                  </a:txBody>
                  <a:tcPr marL="78191" marR="78191" marT="41468" marB="4146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ru-RU" sz="1600" dirty="0">
                        <a:solidFill>
                          <a:schemeClr val="bg1"/>
                        </a:solidFill>
                      </a:endParaRPr>
                    </a:p>
                  </a:txBody>
                  <a:tcPr marL="78191" marR="78191" marT="41468" marB="4146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ru-RU" sz="1600" dirty="0">
                        <a:solidFill>
                          <a:schemeClr val="bg1"/>
                        </a:solidFill>
                      </a:endParaRPr>
                    </a:p>
                  </a:txBody>
                  <a:tcPr marL="78191" marR="78191" marT="41468" marB="41468" anchor="ctr"/>
                </a:tc>
              </a:tr>
              <a:tr h="605263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bg1"/>
                          </a:solidFill>
                        </a:rPr>
                        <a:t>Средняя дальность броска, м</a:t>
                      </a:r>
                      <a:endParaRPr lang="ru-RU" sz="1600" dirty="0">
                        <a:solidFill>
                          <a:schemeClr val="bg1"/>
                        </a:solidFill>
                      </a:endParaRPr>
                    </a:p>
                  </a:txBody>
                  <a:tcPr marL="78191" marR="78191" marT="41468" marB="4146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bg1"/>
                          </a:solidFill>
                        </a:rPr>
                        <a:t>30-45</a:t>
                      </a:r>
                      <a:endParaRPr lang="ru-RU" sz="1600" dirty="0">
                        <a:solidFill>
                          <a:schemeClr val="bg1"/>
                        </a:solidFill>
                      </a:endParaRPr>
                    </a:p>
                  </a:txBody>
                  <a:tcPr marL="78191" marR="78191" marT="41468" marB="4146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bg1"/>
                          </a:solidFill>
                        </a:rPr>
                        <a:t>20-40</a:t>
                      </a:r>
                      <a:endParaRPr lang="ru-RU" sz="1600" dirty="0">
                        <a:solidFill>
                          <a:schemeClr val="bg1"/>
                        </a:solidFill>
                      </a:endParaRPr>
                    </a:p>
                  </a:txBody>
                  <a:tcPr marL="78191" marR="78191" marT="41468" marB="4146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bg1"/>
                          </a:solidFill>
                        </a:rPr>
                        <a:t>30-45</a:t>
                      </a:r>
                      <a:endParaRPr lang="ru-RU" sz="1600" dirty="0">
                        <a:solidFill>
                          <a:schemeClr val="bg1"/>
                        </a:solidFill>
                      </a:endParaRPr>
                    </a:p>
                  </a:txBody>
                  <a:tcPr marL="78191" marR="78191" marT="41468" marB="4146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bg1"/>
                          </a:solidFill>
                        </a:rPr>
                        <a:t>20-40</a:t>
                      </a:r>
                      <a:endParaRPr lang="ru-RU" sz="1600" dirty="0">
                        <a:solidFill>
                          <a:schemeClr val="bg1"/>
                        </a:solidFill>
                      </a:endParaRPr>
                    </a:p>
                  </a:txBody>
                  <a:tcPr marL="78191" marR="78191" marT="41468" marB="41468" anchor="ctr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27634" y="150441"/>
            <a:ext cx="8805159" cy="418726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lIns="80133" tIns="40067" rIns="80133" bIns="40067" rtlCol="0">
            <a:spAutoFit/>
          </a:bodyPr>
          <a:lstStyle/>
          <a:p>
            <a:pPr algn="ctr" defTabSz="914077"/>
            <a:r>
              <a:rPr lang="ru-RU" sz="2100" b="1" dirty="0">
                <a:solidFill>
                  <a:prstClr val="black"/>
                </a:solidFill>
              </a:rPr>
              <a:t>Сравнительная таблица ручных осколочных гранат</a:t>
            </a:r>
          </a:p>
        </p:txBody>
      </p:sp>
    </p:spTree>
    <p:extLst>
      <p:ext uri="{BB962C8B-B14F-4D97-AF65-F5344CB8AC3E}">
        <p14:creationId xmlns:p14="http://schemas.microsoft.com/office/powerpoint/2010/main" xmlns="" val="2813602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Проверка первичного усвоения материала</a:t>
            </a:r>
            <a:br>
              <a:rPr lang="ru-RU" sz="32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</a:br>
            <a:endParaRPr lang="ru-RU" sz="3200" dirty="0">
              <a:solidFill>
                <a:schemeClr val="bg1"/>
              </a:solidFill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5" name="Объект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4086339509"/>
              </p:ext>
            </p:extLst>
          </p:nvPr>
        </p:nvGraphicFramePr>
        <p:xfrm>
          <a:off x="195651" y="1844824"/>
          <a:ext cx="8752698" cy="4797152"/>
        </p:xfrm>
        <a:graphic>
          <a:graphicData uri="http://schemas.openxmlformats.org/presentationml/2006/ole">
            <p:oleObj spid="_x0000_s2055" name="Точечный рисунок" r:id="rId4" imgW="5387807" imgH="3383573" progId="PBrush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3784578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323528" y="332656"/>
            <a:ext cx="8229600" cy="1434488"/>
          </a:xfrm>
        </p:spPr>
        <p:txBody>
          <a:bodyPr>
            <a:noAutofit/>
          </a:bodyPr>
          <a:lstStyle/>
          <a:p>
            <a:pPr marL="271240" lvl="0" indent="-271240">
              <a:spcBef>
                <a:spcPct val="20000"/>
              </a:spcBef>
            </a:pPr>
            <a:r>
              <a:rPr lang="ru-RU" sz="2800" dirty="0" smtClean="0">
                <a:solidFill>
                  <a:srgbClr val="073E8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ru-RU" sz="2800" dirty="0" smtClean="0">
                <a:solidFill>
                  <a:srgbClr val="073E87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lang="ru-RU" sz="2800" dirty="0">
                <a:solidFill>
                  <a:srgbClr val="073E87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Задание: Выбери верные тактико-технические характеристики для АК-74.</a:t>
            </a:r>
            <a:br>
              <a:rPr lang="ru-RU" sz="2800" dirty="0">
                <a:solidFill>
                  <a:srgbClr val="073E87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92961" y="1772816"/>
            <a:ext cx="7551447" cy="4824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3165790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spcAft>
                <a:spcPts val="0"/>
              </a:spcAft>
            </a:pPr>
            <a:r>
              <a:rPr lang="ru-RU" sz="2400" dirty="0">
                <a:latin typeface="Times New Roman"/>
                <a:ea typeface="Calibri"/>
              </a:rPr>
              <a:t>Соедини линиями наименования ручных гранат  и их изображения.</a:t>
            </a:r>
            <a:br>
              <a:rPr lang="ru-RU" sz="2400" dirty="0">
                <a:latin typeface="Times New Roman"/>
                <a:ea typeface="Calibri"/>
              </a:rPr>
            </a:br>
            <a:endParaRPr lang="ru-RU" sz="2400" dirty="0"/>
          </a:p>
        </p:txBody>
      </p:sp>
      <p:pic>
        <p:nvPicPr>
          <p:cNvPr id="205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27584" y="1556792"/>
            <a:ext cx="7632848" cy="45365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356301965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Волна">
  <a:themeElements>
    <a:clrScheme name="Волна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Волна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Волна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2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3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4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5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6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7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8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9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10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1_Волна">
  <a:themeElements>
    <a:clrScheme name="Волна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Волна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Волна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14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168</TotalTime>
  <Words>1034</Words>
  <Application>Microsoft Office PowerPoint</Application>
  <PresentationFormat>Экран (4:3)</PresentationFormat>
  <Paragraphs>272</Paragraphs>
  <Slides>20</Slides>
  <Notes>8</Notes>
  <HiddenSlides>0</HiddenSlides>
  <MMClips>0</MMClips>
  <ScaleCrop>false</ScaleCrop>
  <HeadingPairs>
    <vt:vector size="6" baseType="variant">
      <vt:variant>
        <vt:lpstr>Тема</vt:lpstr>
      </vt:variant>
      <vt:variant>
        <vt:i4>13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34" baseType="lpstr">
      <vt:lpstr>Волна</vt:lpstr>
      <vt:lpstr>Тема Office</vt:lpstr>
      <vt:lpstr>1_Тема Office</vt:lpstr>
      <vt:lpstr>2_Тема Office</vt:lpstr>
      <vt:lpstr>3_Тема Office</vt:lpstr>
      <vt:lpstr>4_Тема Office</vt:lpstr>
      <vt:lpstr>5_Тема Office</vt:lpstr>
      <vt:lpstr>6_Тема Office</vt:lpstr>
      <vt:lpstr>7_Тема Office</vt:lpstr>
      <vt:lpstr>8_Тема Office</vt:lpstr>
      <vt:lpstr>9_Тема Office</vt:lpstr>
      <vt:lpstr>10_Тема Office</vt:lpstr>
      <vt:lpstr>1_Волна</vt:lpstr>
      <vt:lpstr>Точечный рисунок</vt:lpstr>
      <vt:lpstr>        </vt:lpstr>
      <vt:lpstr>Слайд 2</vt:lpstr>
      <vt:lpstr>Слайд 3</vt:lpstr>
      <vt:lpstr>    Изучение нового материала 1. Вооружение мотострелкового отделения: На вооружении МСО  имеются БМП (БТР), ручной пулемет Калашникова (РПК), ручной противотанковый гранатомет (РПГ), автоматы Калашникова (АК), ручные осколочные гранаты (РГ) и ручные кумулятивные противотанковые  </vt:lpstr>
      <vt:lpstr>Назначение и тактико-технические характеристики основных видов стрелкового оружия (АК-74, РПК, РПГ-7В, СВД). </vt:lpstr>
      <vt:lpstr>Слайд 6</vt:lpstr>
      <vt:lpstr>Слайд 7</vt:lpstr>
      <vt:lpstr>Слайд 8</vt:lpstr>
      <vt:lpstr>Слайд 9</vt:lpstr>
      <vt:lpstr>Слайд 10</vt:lpstr>
      <vt:lpstr>Слайд 11</vt:lpstr>
      <vt:lpstr>Слайд 12</vt:lpstr>
      <vt:lpstr>Слайд 13</vt:lpstr>
      <vt:lpstr>Слайд 14</vt:lpstr>
      <vt:lpstr>Слайд 15</vt:lpstr>
      <vt:lpstr>Слайд 16</vt:lpstr>
      <vt:lpstr>Слайд 17</vt:lpstr>
      <vt:lpstr>Проверка первичного усвоения материала </vt:lpstr>
      <vt:lpstr>2. Задание: Выбери верные тактико-технические характеристики для АК-74. </vt:lpstr>
      <vt:lpstr>Соедини линиями наименования ручных гранат  и их изображения. </vt:lpstr>
    </vt:vector>
  </TitlesOfParts>
  <Company>diakov.net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МУНИЦИПАЛЬНОЕ БЮДЖЕТНОЕ ОБЩЕОБРАЗОВАТЕЛЬНОЕ  УЧРЕЖДЕНИЕ – СРЕДНЯЯ ОБЩЕОБРАЗОВАТЕЛЬНАЯ ШКОЛА №8   ИМЕНИ ГЕРОЯ СОВЕТСКОГО СОЮЗА ДЕМЧЕНКО В.Д.  СТАНИЦЫ АНДРЕЕВСКОЙ</dc:title>
  <dc:creator>RePack by Diakov</dc:creator>
  <cp:lastModifiedBy>Т.</cp:lastModifiedBy>
  <cp:revision>22</cp:revision>
  <dcterms:created xsi:type="dcterms:W3CDTF">2024-06-24T13:09:36Z</dcterms:created>
  <dcterms:modified xsi:type="dcterms:W3CDTF">2026-02-01T12:44:31Z</dcterms:modified>
</cp:coreProperties>
</file>